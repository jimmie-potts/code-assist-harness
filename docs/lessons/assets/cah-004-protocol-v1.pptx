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5033fdabf9435a" /><Relationship Type="http://schemas.openxmlformats.org/officeDocument/2006/relationships/extended-properties" Target="/docProps/app.xml" Id="R7a5715a5a5de49d8" /><Relationship Type="http://schemas.openxmlformats.org/officeDocument/2006/relationships/officeDocument" Target="/ppt/presentation.xml" Id="Ra317cd9a5d35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37425360924174"/>
  </p:sldMasterIdLst>
  <p:notesMasterIdLst>
    <p:notesMasterId xmlns:r="http://schemas.openxmlformats.org/officeDocument/2006/relationships" r:id="Rad9c4fabde7c4b4d"/>
  </p:notesMasterIdLst>
  <p:sldIdLst>
    <p:sldId xmlns:r="http://schemas.openxmlformats.org/officeDocument/2006/relationships" id="256" r:id="R9a669380bcfd46c6"/>
    <p:sldId xmlns:r="http://schemas.openxmlformats.org/officeDocument/2006/relationships" id="257" r:id="R06644693a9c1426d"/>
    <p:sldId xmlns:r="http://schemas.openxmlformats.org/officeDocument/2006/relationships" id="258" r:id="Rae66f2ceddbe4d9a"/>
    <p:sldId xmlns:r="http://schemas.openxmlformats.org/officeDocument/2006/relationships" id="259" r:id="R3560c3b89ccf4b4e"/>
    <p:sldId xmlns:r="http://schemas.openxmlformats.org/officeDocument/2006/relationships" id="260" r:id="R4ecc79db23354acf"/>
    <p:sldId xmlns:r="http://schemas.openxmlformats.org/officeDocument/2006/relationships" id="261" r:id="R4c34945297904c5d"/>
    <p:sldId xmlns:r="http://schemas.openxmlformats.org/officeDocument/2006/relationships" id="262" r:id="Rda2bb9671ece43b8"/>
    <p:sldId xmlns:r="http://schemas.openxmlformats.org/officeDocument/2006/relationships" id="263" r:id="R3ff593ce232a41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0eb968b1ab408f" /><Relationship Type="http://schemas.openxmlformats.org/officeDocument/2006/relationships/slideMaster" Target="/ppt/slideMasters/slideMaster1.xml" Id="R2137425360924174" /><Relationship Type="http://schemas.openxmlformats.org/officeDocument/2006/relationships/notesMaster" Target="/ppt/notesMasters/notesMaster1.xml" Id="Rad9c4fabde7c4b4d" /><Relationship Type="http://schemas.openxmlformats.org/officeDocument/2006/relationships/presProps" Target="/ppt/presProps.xml" Id="R2a6928f275de40dc" /><Relationship Type="http://schemas.openxmlformats.org/officeDocument/2006/relationships/tableStyles" Target="/ppt/tableStyles.xml" Id="Rb1dcca4c7d4f4ebf" /><Relationship Type="http://schemas.openxmlformats.org/officeDocument/2006/relationships/slide" Target="/ppt/slides/slide1.xml" Id="R9a669380bcfd46c6" /><Relationship Type="http://schemas.openxmlformats.org/officeDocument/2006/relationships/slide" Target="/ppt/slides/slide2.xml" Id="R06644693a9c1426d" /><Relationship Type="http://schemas.openxmlformats.org/officeDocument/2006/relationships/slide" Target="/ppt/slides/slide3.xml" Id="Rae66f2ceddbe4d9a" /><Relationship Type="http://schemas.openxmlformats.org/officeDocument/2006/relationships/slide" Target="/ppt/slides/slide4.xml" Id="R3560c3b89ccf4b4e" /><Relationship Type="http://schemas.openxmlformats.org/officeDocument/2006/relationships/slide" Target="/ppt/slides/slide5.xml" Id="R4ecc79db23354acf" /><Relationship Type="http://schemas.openxmlformats.org/officeDocument/2006/relationships/slide" Target="/ppt/slides/slide6.xml" Id="R4c34945297904c5d" /><Relationship Type="http://schemas.openxmlformats.org/officeDocument/2006/relationships/slide" Target="/ppt/slides/slide7.xml" Id="Rda2bb9671ece43b8" /><Relationship Type="http://schemas.openxmlformats.org/officeDocument/2006/relationships/slide" Target="/ppt/slides/slide8.xml" Id="R3ff593ce232a41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b2916ae724d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a4a4d3f1904b3a" /><Relationship Type="http://schemas.openxmlformats.org/officeDocument/2006/relationships/notesMaster" Target="/ppt/notesMasters/notesMaster1.xml" Id="R9e520039451547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8233b19d6e4d54" /><Relationship Type="http://schemas.openxmlformats.org/officeDocument/2006/relationships/notesMaster" Target="/ppt/notesMasters/notesMaster1.xml" Id="R171b4bae597e49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a220890c9140fe" /><Relationship Type="http://schemas.openxmlformats.org/officeDocument/2006/relationships/notesMaster" Target="/ppt/notesMasters/notesMaster1.xml" Id="R2ddbe46b657b4a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c70449cadc4322" /><Relationship Type="http://schemas.openxmlformats.org/officeDocument/2006/relationships/notesMaster" Target="/ppt/notesMasters/notesMaster1.xml" Id="R4b4c3451dcbe49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75e7e31d83469f" /><Relationship Type="http://schemas.openxmlformats.org/officeDocument/2006/relationships/notesMaster" Target="/ppt/notesMasters/notesMaster1.xml" Id="R43b0998f101345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0a7fb303264645" /><Relationship Type="http://schemas.openxmlformats.org/officeDocument/2006/relationships/notesMaster" Target="/ppt/notesMasters/notesMaster1.xml" Id="Rc26c137a65d549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48853f825447e3" /><Relationship Type="http://schemas.openxmlformats.org/officeDocument/2006/relationships/notesMaster" Target="/ppt/notesMasters/notesMaster1.xml" Id="Rbe07d709650245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2c796f6db04c53" /><Relationship Type="http://schemas.openxmlformats.org/officeDocument/2006/relationships/notesMaster" Target="/ppt/notesMasters/notesMaster1.xml" Id="R04e2d33afe4b43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5d6ae6a0743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2074cce5a546b9" /><Relationship Type="http://schemas.openxmlformats.org/officeDocument/2006/relationships/slideLayout" Target="/ppt/slideLayouts/slideLayout1.xml" Id="R48daf58c898847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daf58c898847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8e8af3e4a44b2" /><Relationship Type="http://schemas.openxmlformats.org/officeDocument/2006/relationships/notesSlide" Target="/ppt/notesSlides/notesSlide1.xml" Id="Rf90e0349a4ad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b0965c6ae4fbb" /><Relationship Type="http://schemas.openxmlformats.org/officeDocument/2006/relationships/notesSlide" Target="/ppt/notesSlides/notesSlide2.xml" Id="Raf2b1df6063e47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dfc551a0d4362" /><Relationship Type="http://schemas.openxmlformats.org/officeDocument/2006/relationships/notesSlide" Target="/ppt/notesSlides/notesSlide3.xml" Id="R94fbd4850c6140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e94cfc35e406b" /><Relationship Type="http://schemas.openxmlformats.org/officeDocument/2006/relationships/notesSlide" Target="/ppt/notesSlides/notesSlide4.xml" Id="R0936b2df0dcf44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ffea080624091" /><Relationship Type="http://schemas.openxmlformats.org/officeDocument/2006/relationships/notesSlide" Target="/ppt/notesSlides/notesSlide5.xml" Id="R48e569e8179048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092d5038341a4" /><Relationship Type="http://schemas.openxmlformats.org/officeDocument/2006/relationships/notesSlide" Target="/ppt/notesSlides/notesSlide6.xml" Id="R6ce054d3fd15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3e475fb4142aa" /><Relationship Type="http://schemas.openxmlformats.org/officeDocument/2006/relationships/notesSlide" Target="/ppt/notesSlides/notesSlide7.xml" Id="Reeb05cad1476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f4abecf844501" /><Relationship Type="http://schemas.openxmlformats.org/officeDocument/2006/relationships/notesSlide" Target="/ppt/notesSlides/notesSlide8.xml" Id="R6556d531b8ad48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14">
            <a:extLst xmlns:a="http://schemas.openxmlformats.org/drawingml/2006/main">
              <a:ext uri="{FF2B5EF4-FFF2-40B4-BE49-F238E27FC236}">
                <a16:creationId xmlns:a16="http://schemas.microsoft.com/office/drawing/2014/main" id="{E80020BA-B251-4780-BBF2-1E077A83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500F3B-3DC8-40EC-9A49-6B49F3A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277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FF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 COMPANION · CAH-004</a:t>
            </a:r>
          </a:p>
        </p:txBody>
      </p:sp>
      <p:cxnSp>
        <p:nvCxnSpPr>
          <p:cNvPr id="17" name="Rule-2"/>
          <p:cNvCxnSpPr/>
          <p:nvPr/>
        </p:nvCxnSpPr>
        <p:spPr>
          <a:xfrm xmlns:a="http://schemas.openxmlformats.org/drawingml/2006/main">
            <a:off x="457200" y="110490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12"/>
            </a:solidFill>
            <a:prstDash val="solid"/>
          </a:ln>
        </p:spPr>
      </p:cxn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62AB3B3-024C-41AB-910B-2B2EEC3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Protocol v1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8C12A06-09E3-4F27-955F-735ED150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0001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Turn untrusted byte streams into a dependable cross-language contract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C8D11CC-E72F-4577-9F19-464A46BD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885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DAE"/>
                </a:solidFill>
                <a:latin typeface="Helvetica Neue"/>
                <a:ea typeface="Helvetica Neue"/>
                <a:cs typeface="Helvetica Neue"/>
              </a:defRPr>
            </a:pPr>
            <a:r>
              <a:t>framing · validation · causality · ordering · containment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D3293E-1B3F-4254-9298-8D8DFEBC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BYTES</a:t>
            </a:r>
          </a:p>
        </p:txBody>
      </p:sp>
      <p:cxnSp>
        <p:nvCxnSpPr>
          <p:cNvPr id="22" name="Rule-7"/>
          <p:cNvCxnSpPr/>
          <p:nvPr/>
        </p:nvCxnSpPr>
        <p:spPr>
          <a:xfrm xmlns:a="http://schemas.openxmlformats.org/drawingml/2006/main">
            <a:off x="1619250" y="5381625"/>
            <a:ext cx="75247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F5EFF"/>
            </a:solidFill>
            <a:prstDash val="solid"/>
          </a:ln>
        </p:spPr>
      </p:cxnSp>
      <p:sp>
        <p:nvSpPr>
          <p:cNvPr id="9" name="Shape-8">
            <a:extLst xmlns:a="http://schemas.openxmlformats.org/drawingml/2006/main">
              <a:ext uri="{FF2B5EF4-FFF2-40B4-BE49-F238E27FC236}">
                <a16:creationId xmlns:a16="http://schemas.microsoft.com/office/drawing/2014/main" id="{B9217833-2C1F-4AEE-A981-402E2EB4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24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</p:spPr>
      </p:sp>
      <p:sp>
        <p:nvSpPr>
          <p:cNvPr id="10" name="Shape-9">
            <a:extLst xmlns:a="http://schemas.openxmlformats.org/drawingml/2006/main">
              <a:ext uri="{FF2B5EF4-FFF2-40B4-BE49-F238E27FC236}">
                <a16:creationId xmlns:a16="http://schemas.microsoft.com/office/drawing/2014/main" id="{47065178-0634-4818-8922-4D2603A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24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F53BE8A-196D-4120-8940-2CB2C28F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578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TRUSTED STATE</a:t>
            </a:r>
          </a:p>
        </p:txBody>
      </p:sp>
      <p:cxnSp>
        <p:nvCxnSpPr>
          <p:cNvPr id="26" name="Rule-11"/>
          <p:cNvCxnSpPr/>
          <p:nvPr/>
        </p:nvCxnSpPr>
        <p:spPr>
          <a:xfrm xmlns:a="http://schemas.openxmlformats.org/drawingml/2006/main">
            <a:off x="457200" y="62198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5514A4C-6109-4F65-8B0E-6ADDA6DA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docs/lessons/cah-004-protocol-v1.md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FF11696-CD97-4BB7-A164-251B379C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00312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53">
            <a:extLst xmlns:a="http://schemas.openxmlformats.org/drawingml/2006/main">
              <a:ext uri="{FF2B5EF4-FFF2-40B4-BE49-F238E27FC236}">
                <a16:creationId xmlns:a16="http://schemas.microsoft.com/office/drawing/2014/main" id="{0E284AE3-F038-483F-A959-8EE8E2AF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15">
            <a:extLst xmlns:a="http://schemas.openxmlformats.org/drawingml/2006/main">
              <a:ext uri="{FF2B5EF4-FFF2-40B4-BE49-F238E27FC236}">
                <a16:creationId xmlns:a16="http://schemas.microsoft.com/office/drawing/2014/main" id="{FE6E4C89-FC1D-412C-A953-2B36F9E3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A pipe carries bytes, not meaning</a:t>
            </a:r>
          </a:p>
        </p:txBody>
      </p:sp>
      <p:sp>
        <p:nvSpPr>
          <p:cNvPr id="3" name="Text-16">
            <a:extLst xmlns:a="http://schemas.openxmlformats.org/drawingml/2006/main">
              <a:ext uri="{FF2B5EF4-FFF2-40B4-BE49-F238E27FC236}">
                <a16:creationId xmlns:a16="http://schemas.microsoft.com/office/drawing/2014/main" id="{2B9BA65F-13FA-41FE-9683-D9092A8C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Static types stop at the process boundary. Runtime validation is where trust begins.</a:t>
            </a:r>
          </a:p>
        </p:txBody>
      </p:sp>
      <p:sp>
        <p:nvSpPr>
          <p:cNvPr id="4" name="Shape-17">
            <a:extLst xmlns:a="http://schemas.openxmlformats.org/drawingml/2006/main">
              <a:ext uri="{FF2B5EF4-FFF2-40B4-BE49-F238E27FC236}">
                <a16:creationId xmlns:a16="http://schemas.microsoft.com/office/drawing/2014/main" id="{31FB2AEC-F5A2-47D5-B658-45DD3C82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66850"/>
            <a:ext cx="31051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</p:spPr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314FA54E-4CFB-4768-B57F-16AC0C39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002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UNTRUSTED BYTES</a:t>
            </a:r>
          </a:p>
        </p:txBody>
      </p:sp>
      <p:cxnSp>
        <p:nvCxnSpPr>
          <p:cNvPr id="45" name="Rule-19"/>
          <p:cNvCxnSpPr/>
          <p:nvPr/>
        </p:nvCxnSpPr>
        <p:spPr>
          <a:xfrm xmlns:a="http://schemas.openxmlformats.org/drawingml/2006/main">
            <a:off x="1047750" y="2409825"/>
            <a:ext cx="100488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5EFF"/>
            </a:solidFill>
            <a:prstDash val="solid"/>
          </a:ln>
        </p:spPr>
      </p:cxnSp>
      <p:cxnSp>
        <p:nvCxnSpPr>
          <p:cNvPr id="46" name="Rule-20"/>
          <p:cNvCxnSpPr/>
          <p:nvPr/>
        </p:nvCxnSpPr>
        <p:spPr>
          <a:xfrm xmlns:a="http://schemas.openxmlformats.org/drawingml/2006/main">
            <a:off x="1047750" y="3857625"/>
            <a:ext cx="100488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5EFF"/>
            </a:solidFill>
            <a:prstDash val="solid"/>
          </a:ln>
        </p:spPr>
      </p:cxnSp>
      <p:cxnSp>
        <p:nvCxnSpPr>
          <p:cNvPr id="47" name="Rule-21"/>
          <p:cNvCxnSpPr/>
          <p:nvPr/>
        </p:nvCxnSpPr>
        <p:spPr>
          <a:xfrm xmlns:a="http://schemas.openxmlformats.org/drawingml/2006/main">
            <a:off x="1476375" y="4953000"/>
            <a:ext cx="981075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6800"/>
            </a:solidFill>
            <a:prstDash val="dash"/>
          </a:ln>
        </p:spPr>
      </p:cxnSp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8C4F2F03-3625-4F55-9F9E-CC03FFA6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90750"/>
            <a:ext cx="36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5E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0" name="Text-23">
            <a:extLst xmlns:a="http://schemas.openxmlformats.org/drawingml/2006/main">
              <a:ext uri="{FF2B5EF4-FFF2-40B4-BE49-F238E27FC236}">
                <a16:creationId xmlns:a16="http://schemas.microsoft.com/office/drawing/2014/main" id="{01955AAE-185C-4F70-9F5B-51DC35F8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5EFF"/>
                </a:solidFill>
                <a:latin typeface="Helvetica Neue"/>
                <a:ea typeface="Helvetica Neue"/>
                <a:cs typeface="Helvetica Neue"/>
              </a:defRPr>
            </a:pPr>
            <a:r>
              <a:t>→</a:t>
            </a:r>
          </a:p>
        </p:txBody>
      </p:sp>
      <p:sp>
        <p:nvSpPr>
          <p:cNvPr id="11" name="Text-24">
            <a:extLst xmlns:a="http://schemas.openxmlformats.org/drawingml/2006/main">
              <a:ext uri="{FF2B5EF4-FFF2-40B4-BE49-F238E27FC236}">
                <a16:creationId xmlns:a16="http://schemas.microsoft.com/office/drawing/2014/main" id="{AF153B32-C781-4530-8BB6-F86C448D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38550"/>
            <a:ext cx="36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5EFF"/>
                </a:solidFill>
                <a:latin typeface="Helvetica Neue"/>
                <a:ea typeface="Helvetica Neue"/>
                <a:cs typeface="Helvetica Neue"/>
              </a:defRPr>
            </a:pPr>
            <a:r>
              <a:t>←</a:t>
            </a:r>
          </a:p>
        </p:txBody>
      </p:sp>
      <p:sp>
        <p:nvSpPr>
          <p:cNvPr id="12" name="Text-25">
            <a:extLst xmlns:a="http://schemas.openxmlformats.org/drawingml/2006/main">
              <a:ext uri="{FF2B5EF4-FFF2-40B4-BE49-F238E27FC236}">
                <a16:creationId xmlns:a16="http://schemas.microsoft.com/office/drawing/2014/main" id="{1A66CD9D-EFA6-409B-9615-F847C60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38550"/>
            <a:ext cx="361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5EFF"/>
                </a:solidFill>
                <a:latin typeface="Helvetica Neue"/>
                <a:ea typeface="Helvetica Neue"/>
                <a:cs typeface="Helvetica Neue"/>
              </a:defRPr>
            </a:pPr>
            <a:r>
              <a:t>←</a:t>
            </a:r>
          </a:p>
        </p:txBody>
      </p:sp>
      <p:sp>
        <p:nvSpPr>
          <p:cNvPr id="13" name="Shape-26">
            <a:extLst xmlns:a="http://schemas.openxmlformats.org/drawingml/2006/main">
              <a:ext uri="{FF2B5EF4-FFF2-40B4-BE49-F238E27FC236}">
                <a16:creationId xmlns:a16="http://schemas.microsoft.com/office/drawing/2014/main" id="{C572026C-B42C-4893-AB02-7D043878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0D12"/>
          </a:solidFill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745D90D9-8856-40BF-8C3C-1D5D26F8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914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TUI</a:t>
            </a:r>
          </a:p>
        </p:txBody>
      </p:sp>
      <p:sp>
        <p:nvSpPr>
          <p:cNvPr id="15" name="Shape-28">
            <a:extLst xmlns:a="http://schemas.openxmlformats.org/drawingml/2006/main">
              <a:ext uri="{FF2B5EF4-FFF2-40B4-BE49-F238E27FC236}">
                <a16:creationId xmlns:a16="http://schemas.microsoft.com/office/drawing/2014/main" id="{01FA7AEB-FCBC-4112-8753-C8A59B46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28825"/>
            <a:ext cx="180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1F5EFF"/>
            </a:solidFill>
            <a:prstDash val="solid"/>
          </a:ln>
        </p:spPr>
      </p:sp>
      <p:sp>
        <p:nvSpPr>
          <p:cNvPr id="16" name="Text-29">
            <a:extLst xmlns:a="http://schemas.openxmlformats.org/drawingml/2006/main">
              <a:ext uri="{FF2B5EF4-FFF2-40B4-BE49-F238E27FC236}">
                <a16:creationId xmlns:a16="http://schemas.microsoft.com/office/drawing/2014/main" id="{DCA11525-34F1-405E-A71A-42F680B9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09800"/>
            <a:ext cx="1466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Zod command</a:t>
            </a:r>
          </a:p>
        </p:txBody>
      </p:sp>
      <p:sp>
        <p:nvSpPr>
          <p:cNvPr id="17" name="Shape-30">
            <a:extLst xmlns:a="http://schemas.openxmlformats.org/drawingml/2006/main">
              <a:ext uri="{FF2B5EF4-FFF2-40B4-BE49-F238E27FC236}">
                <a16:creationId xmlns:a16="http://schemas.microsoft.com/office/drawing/2014/main" id="{C755ADBE-6EB3-4C85-9057-76A0DF7F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28825"/>
            <a:ext cx="25146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8" name="Text-31">
            <a:extLst xmlns:a="http://schemas.openxmlformats.org/drawingml/2006/main">
              <a:ext uri="{FF2B5EF4-FFF2-40B4-BE49-F238E27FC236}">
                <a16:creationId xmlns:a16="http://schemas.microsoft.com/office/drawing/2014/main" id="{F12265ED-FD99-4098-A885-BB6EAD4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stdin · NDJSON</a:t>
            </a:r>
          </a:p>
        </p:txBody>
      </p:sp>
      <p:sp>
        <p:nvSpPr>
          <p:cNvPr id="19" name="Shape-32">
            <a:extLst xmlns:a="http://schemas.openxmlformats.org/drawingml/2006/main">
              <a:ext uri="{FF2B5EF4-FFF2-40B4-BE49-F238E27FC236}">
                <a16:creationId xmlns:a16="http://schemas.microsoft.com/office/drawing/2014/main" id="{3D7DB987-80B5-460D-931A-EBE93D19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28825"/>
            <a:ext cx="180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1F5EFF"/>
            </a:solidFill>
            <a:prstDash val="solid"/>
          </a:ln>
        </p:spPr>
      </p:sp>
      <p:sp>
        <p:nvSpPr>
          <p:cNvPr id="20" name="Text-33">
            <a:extLst xmlns:a="http://schemas.openxmlformats.org/drawingml/2006/main">
              <a:ext uri="{FF2B5EF4-FFF2-40B4-BE49-F238E27FC236}">
                <a16:creationId xmlns:a16="http://schemas.microsoft.com/office/drawing/2014/main" id="{67B18458-8245-4683-AE12-0C60A401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24075"/>
            <a:ext cx="1504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Pydantic command</a:t>
            </a:r>
          </a:p>
        </p:txBody>
      </p:sp>
      <p:sp>
        <p:nvSpPr>
          <p:cNvPr id="21" name="Shape-34">
            <a:extLst xmlns:a="http://schemas.openxmlformats.org/drawingml/2006/main">
              <a:ext uri="{FF2B5EF4-FFF2-40B4-BE49-F238E27FC236}">
                <a16:creationId xmlns:a16="http://schemas.microsoft.com/office/drawing/2014/main" id="{A6552C01-1D8D-4D9E-81AF-EB97F69A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28825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0D12"/>
          </a:solidFill>
        </p:spPr>
      </p:sp>
      <p:sp>
        <p:nvSpPr>
          <p:cNvPr id="22" name="Text-35">
            <a:extLst xmlns:a="http://schemas.openxmlformats.org/drawingml/2006/main">
              <a:ext uri="{FF2B5EF4-FFF2-40B4-BE49-F238E27FC236}">
                <a16:creationId xmlns:a16="http://schemas.microsoft.com/office/drawing/2014/main" id="{2B9AB6A4-4CEC-4C9D-B07B-03817C6F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4790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PYTHON</a:t>
            </a:r>
          </a:p>
        </p:txBody>
      </p:sp>
      <p:sp>
        <p:nvSpPr>
          <p:cNvPr id="23" name="Shape-36">
            <a:extLst xmlns:a="http://schemas.openxmlformats.org/drawingml/2006/main">
              <a:ext uri="{FF2B5EF4-FFF2-40B4-BE49-F238E27FC236}">
                <a16:creationId xmlns:a16="http://schemas.microsoft.com/office/drawing/2014/main" id="{37107BE9-53B1-4925-A471-C76592B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0D12"/>
          </a:solidFill>
        </p:spPr>
      </p:sp>
      <p:sp>
        <p:nvSpPr>
          <p:cNvPr id="24" name="Text-37">
            <a:extLst xmlns:a="http://schemas.openxmlformats.org/drawingml/2006/main">
              <a:ext uri="{FF2B5EF4-FFF2-40B4-BE49-F238E27FC236}">
                <a16:creationId xmlns:a16="http://schemas.microsoft.com/office/drawing/2014/main" id="{5C093E61-9D6F-478B-8D01-D4E885E7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76650"/>
            <a:ext cx="1085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TUI STATE</a:t>
            </a:r>
          </a:p>
        </p:txBody>
      </p:sp>
      <p:sp>
        <p:nvSpPr>
          <p:cNvPr id="25" name="Shape-38">
            <a:extLst xmlns:a="http://schemas.openxmlformats.org/drawingml/2006/main">
              <a:ext uri="{FF2B5EF4-FFF2-40B4-BE49-F238E27FC236}">
                <a16:creationId xmlns:a16="http://schemas.microsoft.com/office/drawing/2014/main" id="{5293B93F-E22C-4B26-9B47-C2B462C4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76625"/>
            <a:ext cx="1809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1F5EFF"/>
            </a:solidFill>
            <a:prstDash val="solid"/>
          </a:ln>
        </p:spPr>
      </p:sp>
      <p:sp>
        <p:nvSpPr>
          <p:cNvPr id="26" name="Text-39">
            <a:extLst xmlns:a="http://schemas.openxmlformats.org/drawingml/2006/main">
              <a:ext uri="{FF2B5EF4-FFF2-40B4-BE49-F238E27FC236}">
                <a16:creationId xmlns:a16="http://schemas.microsoft.com/office/drawing/2014/main" id="{C2144328-5562-4A96-B214-A74CB823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67125"/>
            <a:ext cx="1428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Zod event</a:t>
            </a:r>
          </a:p>
        </p:txBody>
      </p:sp>
      <p:sp>
        <p:nvSpPr>
          <p:cNvPr id="27" name="Shape-40">
            <a:extLst xmlns:a="http://schemas.openxmlformats.org/drawingml/2006/main">
              <a:ext uri="{FF2B5EF4-FFF2-40B4-BE49-F238E27FC236}">
                <a16:creationId xmlns:a16="http://schemas.microsoft.com/office/drawing/2014/main" id="{D5A4598C-915A-4A68-B00D-9AB837EF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25146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28" name="Text-41">
            <a:extLst xmlns:a="http://schemas.openxmlformats.org/drawingml/2006/main">
              <a:ext uri="{FF2B5EF4-FFF2-40B4-BE49-F238E27FC236}">
                <a16:creationId xmlns:a16="http://schemas.microsoft.com/office/drawing/2014/main" id="{D82A8A64-4FEE-43FB-9EC9-F28DA404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2247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stdout · NDJSON</a:t>
            </a:r>
          </a:p>
        </p:txBody>
      </p:sp>
      <p:sp>
        <p:nvSpPr>
          <p:cNvPr id="29" name="Shape-42">
            <a:extLst xmlns:a="http://schemas.openxmlformats.org/drawingml/2006/main">
              <a:ext uri="{FF2B5EF4-FFF2-40B4-BE49-F238E27FC236}">
                <a16:creationId xmlns:a16="http://schemas.microsoft.com/office/drawing/2014/main" id="{41BDF692-EB8E-4F8A-9F7D-02CEC98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6625"/>
            <a:ext cx="20193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1F5EFF"/>
            </a:solidFill>
            <a:prstDash val="solid"/>
          </a:ln>
        </p:spPr>
      </p:sp>
      <p:sp>
        <p:nvSpPr>
          <p:cNvPr id="30" name="Text-43">
            <a:extLst xmlns:a="http://schemas.openxmlformats.org/drawingml/2006/main">
              <a:ext uri="{FF2B5EF4-FFF2-40B4-BE49-F238E27FC236}">
                <a16:creationId xmlns:a16="http://schemas.microsoft.com/office/drawing/2014/main" id="{E90A4FF7-55F9-405C-A392-45BFA74D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71875"/>
            <a:ext cx="1714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ordered Pydantic event</a:t>
            </a:r>
          </a:p>
        </p:txBody>
      </p:sp>
      <p:sp>
        <p:nvSpPr>
          <p:cNvPr id="31" name="Shape-44">
            <a:extLst xmlns:a="http://schemas.openxmlformats.org/drawingml/2006/main">
              <a:ext uri="{FF2B5EF4-FFF2-40B4-BE49-F238E27FC236}">
                <a16:creationId xmlns:a16="http://schemas.microsoft.com/office/drawing/2014/main" id="{4382C187-B824-4EFB-9E16-9B3598CE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76625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0D12"/>
          </a:solidFill>
        </p:spPr>
      </p:sp>
      <p:sp>
        <p:nvSpPr>
          <p:cNvPr id="32" name="Text-45">
            <a:extLst xmlns:a="http://schemas.openxmlformats.org/drawingml/2006/main">
              <a:ext uri="{FF2B5EF4-FFF2-40B4-BE49-F238E27FC236}">
                <a16:creationId xmlns:a16="http://schemas.microsoft.com/office/drawing/2014/main" id="{83F51678-9AA3-48C6-A7C3-0BC61C20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9570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PYTHON</a:t>
            </a:r>
          </a:p>
        </p:txBody>
      </p:sp>
      <p:sp>
        <p:nvSpPr>
          <p:cNvPr id="33" name="Shape-46">
            <a:extLst xmlns:a="http://schemas.openxmlformats.org/drawingml/2006/main">
              <a:ext uri="{FF2B5EF4-FFF2-40B4-BE49-F238E27FC236}">
                <a16:creationId xmlns:a16="http://schemas.microsoft.com/office/drawing/2014/main" id="{4BD9FBAC-DBF9-441A-86CC-2E5D953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72025"/>
            <a:ext cx="2781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2D8"/>
          </a:solidFill>
        </p:spPr>
      </p:sp>
      <p:sp>
        <p:nvSpPr>
          <p:cNvPr id="34" name="Text-47">
            <a:extLst xmlns:a="http://schemas.openxmlformats.org/drawingml/2006/main">
              <a:ext uri="{FF2B5EF4-FFF2-40B4-BE49-F238E27FC236}">
                <a16:creationId xmlns:a16="http://schemas.microsoft.com/office/drawing/2014/main" id="{500E1C04-306C-41C3-842D-73C845E9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48225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6800"/>
                </a:solidFill>
                <a:latin typeface="Courier New"/>
                <a:ea typeface="Courier New"/>
                <a:cs typeface="Courier New"/>
              </a:defRPr>
            </a:pPr>
            <a:r>
              <a:t>stderr · diagnostics only</a:t>
            </a:r>
          </a:p>
        </p:txBody>
      </p:sp>
      <p:sp>
        <p:nvSpPr>
          <p:cNvPr id="35" name="Text-48">
            <a:extLst xmlns:a="http://schemas.openxmlformats.org/drawingml/2006/main">
              <a:ext uri="{FF2B5EF4-FFF2-40B4-BE49-F238E27FC236}">
                <a16:creationId xmlns:a16="http://schemas.microsoft.com/office/drawing/2014/main" id="{1A809323-1244-46EF-8361-4518A6E9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TypeScript cannot trust stdout</a:t>
            </a:r>
          </a:p>
        </p:txBody>
      </p:sp>
      <p:sp>
        <p:nvSpPr>
          <p:cNvPr id="36" name="Text-49">
            <a:extLst xmlns:a="http://schemas.openxmlformats.org/drawingml/2006/main">
              <a:ext uri="{FF2B5EF4-FFF2-40B4-BE49-F238E27FC236}">
                <a16:creationId xmlns:a16="http://schemas.microsoft.com/office/drawing/2014/main" id="{85B07F19-D048-40F1-98A0-649C6CC5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Python cannot trust stdin</a:t>
            </a:r>
          </a:p>
        </p:txBody>
      </p:sp>
      <p:cxnSp>
        <p:nvCxnSpPr>
          <p:cNvPr id="76" name="Rule-50"/>
          <p:cNvCxnSpPr/>
          <p:nvPr/>
        </p:nvCxnSpPr>
        <p:spPr>
          <a:xfrm xmlns:a="http://schemas.openxmlformats.org/drawingml/2006/main">
            <a:off x="457200" y="62198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38" name="Text-51">
            <a:extLst xmlns:a="http://schemas.openxmlformats.org/drawingml/2006/main">
              <a:ext uri="{FF2B5EF4-FFF2-40B4-BE49-F238E27FC236}">
                <a16:creationId xmlns:a16="http://schemas.microsoft.com/office/drawing/2014/main" id="{490222F1-930F-4232-9AF2-F0939668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tui/src/protocol.ts · models.py · codec.py · streams.py</a:t>
            </a:r>
          </a:p>
        </p:txBody>
      </p:sp>
      <p:sp>
        <p:nvSpPr>
          <p:cNvPr id="39" name="Text-52">
            <a:extLst xmlns:a="http://schemas.openxmlformats.org/drawingml/2006/main">
              <a:ext uri="{FF2B5EF4-FFF2-40B4-BE49-F238E27FC236}">
                <a16:creationId xmlns:a16="http://schemas.microsoft.com/office/drawing/2014/main" id="{96D4913C-7ED1-4F5E-A0A8-70A232E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59573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100">
            <a:extLst xmlns:a="http://schemas.openxmlformats.org/drawingml/2006/main">
              <a:ext uri="{FF2B5EF4-FFF2-40B4-BE49-F238E27FC236}">
                <a16:creationId xmlns:a16="http://schemas.microsoft.com/office/drawing/2014/main" id="{16A9ABEA-0AAE-439C-826B-6CAD8222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54">
            <a:extLst xmlns:a="http://schemas.openxmlformats.org/drawingml/2006/main">
              <a:ext uri="{FF2B5EF4-FFF2-40B4-BE49-F238E27FC236}">
                <a16:creationId xmlns:a16="http://schemas.microsoft.com/office/drawing/2014/main" id="{8C8D0E57-DC36-4909-B04A-BA1CF491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Framing finds the message; schemas establish trust</a:t>
            </a:r>
          </a:p>
        </p:txBody>
      </p:sp>
      <p:sp>
        <p:nvSpPr>
          <p:cNvPr id="3" name="Shape-55">
            <a:extLst xmlns:a="http://schemas.openxmlformats.org/drawingml/2006/main">
              <a:ext uri="{FF2B5EF4-FFF2-40B4-BE49-F238E27FC236}">
                <a16:creationId xmlns:a16="http://schemas.microsoft.com/office/drawing/2014/main" id="{BD985661-AE5C-460E-B674-F218288D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4" name="Text-56">
            <a:extLst xmlns:a="http://schemas.openxmlformats.org/drawingml/2006/main">
              <a:ext uri="{FF2B5EF4-FFF2-40B4-BE49-F238E27FC236}">
                <a16:creationId xmlns:a16="http://schemas.microsoft.com/office/drawing/2014/main" id="{E0A9390F-E116-4B30-9AB7-BDED01F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2057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one JSON object</a:t>
            </a:r>
          </a:p>
        </p:txBody>
      </p:sp>
      <p:sp>
        <p:nvSpPr>
          <p:cNvPr id="5" name="Shape-57">
            <a:extLst xmlns:a="http://schemas.openxmlformats.org/drawingml/2006/main">
              <a:ext uri="{FF2B5EF4-FFF2-40B4-BE49-F238E27FC236}">
                <a16:creationId xmlns:a16="http://schemas.microsoft.com/office/drawing/2014/main" id="{DFF02345-65E6-41A7-97D4-AC7E838F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4300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6" name="Text-58">
            <a:extLst xmlns:a="http://schemas.openxmlformats.org/drawingml/2006/main">
              <a:ext uri="{FF2B5EF4-FFF2-40B4-BE49-F238E27FC236}">
                <a16:creationId xmlns:a16="http://schemas.microsoft.com/office/drawing/2014/main" id="{12CE40CB-B881-491F-A379-C50AFE40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19200"/>
            <a:ext cx="2057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one terminating LF</a:t>
            </a:r>
          </a:p>
        </p:txBody>
      </p:sp>
      <p:sp>
        <p:nvSpPr>
          <p:cNvPr id="7" name="Shape-59">
            <a:extLst xmlns:a="http://schemas.openxmlformats.org/drawingml/2006/main">
              <a:ext uri="{FF2B5EF4-FFF2-40B4-BE49-F238E27FC236}">
                <a16:creationId xmlns:a16="http://schemas.microsoft.com/office/drawing/2014/main" id="{CA720B2A-7B98-4C0A-B3DF-D168C46A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14300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8" name="Text-60">
            <a:extLst xmlns:a="http://schemas.openxmlformats.org/drawingml/2006/main">
              <a:ext uri="{FF2B5EF4-FFF2-40B4-BE49-F238E27FC236}">
                <a16:creationId xmlns:a16="http://schemas.microsoft.com/office/drawing/2014/main" id="{3AEFCAD2-88E2-469C-8A16-8308A10B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219200"/>
            <a:ext cx="2057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≤ 64 KiB before LF</a:t>
            </a:r>
          </a:p>
        </p:txBody>
      </p:sp>
      <p:sp>
        <p:nvSpPr>
          <p:cNvPr id="9" name="Shape-61">
            <a:extLst xmlns:a="http://schemas.openxmlformats.org/drawingml/2006/main">
              <a:ext uri="{FF2B5EF4-FFF2-40B4-BE49-F238E27FC236}">
                <a16:creationId xmlns:a16="http://schemas.microsoft.com/office/drawing/2014/main" id="{4D119981-D985-4805-8B9D-7455837E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4300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10" name="Text-62">
            <a:extLst xmlns:a="http://schemas.openxmlformats.org/drawingml/2006/main">
              <a:ext uri="{FF2B5EF4-FFF2-40B4-BE49-F238E27FC236}">
                <a16:creationId xmlns:a16="http://schemas.microsoft.com/office/drawing/2014/main" id="{99022F50-C277-47DF-9DFF-8FD5FACA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19200"/>
            <a:ext cx="2057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UTF-8 only</a:t>
            </a:r>
          </a:p>
        </p:txBody>
      </p:sp>
      <p:cxnSp>
        <p:nvCxnSpPr>
          <p:cNvPr id="58" name="Rule-63"/>
          <p:cNvCxnSpPr/>
          <p:nvPr/>
        </p:nvCxnSpPr>
        <p:spPr>
          <a:xfrm xmlns:a="http://schemas.openxmlformats.org/drawingml/2006/main">
            <a:off x="819150" y="2838450"/>
            <a:ext cx="104394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sp>
        <p:nvSpPr>
          <p:cNvPr id="12" name="Shape-64">
            <a:extLst xmlns:a="http://schemas.openxmlformats.org/drawingml/2006/main">
              <a:ext uri="{FF2B5EF4-FFF2-40B4-BE49-F238E27FC236}">
                <a16:creationId xmlns:a16="http://schemas.microsoft.com/office/drawing/2014/main" id="{02D3AECE-B35E-4E3F-AF86-D17E676B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13" name="Text-65">
            <a:extLst xmlns:a="http://schemas.openxmlformats.org/drawingml/2006/main">
              <a:ext uri="{FF2B5EF4-FFF2-40B4-BE49-F238E27FC236}">
                <a16:creationId xmlns:a16="http://schemas.microsoft.com/office/drawing/2014/main" id="{13B79EB9-60A9-4B67-AE73-69826033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01</a:t>
            </a:r>
          </a:p>
        </p:txBody>
      </p:sp>
      <p:sp>
        <p:nvSpPr>
          <p:cNvPr id="14" name="Text-66">
            <a:extLst xmlns:a="http://schemas.openxmlformats.org/drawingml/2006/main">
              <a:ext uri="{FF2B5EF4-FFF2-40B4-BE49-F238E27FC236}">
                <a16:creationId xmlns:a16="http://schemas.microsoft.com/office/drawing/2014/main" id="{26846FD0-661E-483A-B9C3-4E78CFF4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LF frame</a:t>
            </a:r>
          </a:p>
        </p:txBody>
      </p:sp>
      <p:sp>
        <p:nvSpPr>
          <p:cNvPr id="15" name="Shape-67">
            <a:extLst xmlns:a="http://schemas.openxmlformats.org/drawingml/2006/main">
              <a:ext uri="{FF2B5EF4-FFF2-40B4-BE49-F238E27FC236}">
                <a16:creationId xmlns:a16="http://schemas.microsoft.com/office/drawing/2014/main" id="{9031F7DE-52B4-46C3-9F67-5DFE081E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BE9"/>
          </a:solidFill>
        </p:spPr>
      </p:sp>
      <p:sp>
        <p:nvSpPr>
          <p:cNvPr id="16" name="Text-68">
            <a:extLst xmlns:a="http://schemas.openxmlformats.org/drawingml/2006/main">
              <a:ext uri="{FF2B5EF4-FFF2-40B4-BE49-F238E27FC236}">
                <a16:creationId xmlns:a16="http://schemas.microsoft.com/office/drawing/2014/main" id="{2AECB906-191A-4CD1-BEEC-8FBA74E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frame_too_large</a:t>
            </a:r>
          </a:p>
        </p:txBody>
      </p:sp>
      <p:sp>
        <p:nvSpPr>
          <p:cNvPr id="17" name="Shape-69">
            <a:extLst xmlns:a="http://schemas.openxmlformats.org/drawingml/2006/main">
              <a:ext uri="{FF2B5EF4-FFF2-40B4-BE49-F238E27FC236}">
                <a16:creationId xmlns:a16="http://schemas.microsoft.com/office/drawing/2014/main" id="{E8564652-6941-418E-A954-B43DC536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43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18" name="Text-70">
            <a:extLst xmlns:a="http://schemas.openxmlformats.org/drawingml/2006/main">
              <a:ext uri="{FF2B5EF4-FFF2-40B4-BE49-F238E27FC236}">
                <a16:creationId xmlns:a16="http://schemas.microsoft.com/office/drawing/2014/main" id="{DE5931C8-E8F2-4133-8C7E-D87831E3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00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02</a:t>
            </a:r>
          </a:p>
        </p:txBody>
      </p:sp>
      <p:sp>
        <p:nvSpPr>
          <p:cNvPr id="19" name="Text-71">
            <a:extLst xmlns:a="http://schemas.openxmlformats.org/drawingml/2006/main">
              <a:ext uri="{FF2B5EF4-FFF2-40B4-BE49-F238E27FC236}">
                <a16:creationId xmlns:a16="http://schemas.microsoft.com/office/drawing/2014/main" id="{DDADCA4D-A3B2-4CA3-AD22-8B262564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3241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UTF-8</a:t>
            </a:r>
          </a:p>
        </p:txBody>
      </p:sp>
      <p:sp>
        <p:nvSpPr>
          <p:cNvPr id="20" name="Shape-72">
            <a:extLst xmlns:a="http://schemas.openxmlformats.org/drawingml/2006/main">
              <a:ext uri="{FF2B5EF4-FFF2-40B4-BE49-F238E27FC236}">
                <a16:creationId xmlns:a16="http://schemas.microsoft.com/office/drawing/2014/main" id="{88B1B072-0AF0-44DB-89DA-9AD40004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0040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BE9"/>
          </a:solidFill>
        </p:spPr>
      </p:sp>
      <p:sp>
        <p:nvSpPr>
          <p:cNvPr id="21" name="Text-73">
            <a:extLst xmlns:a="http://schemas.openxmlformats.org/drawingml/2006/main">
              <a:ext uri="{FF2B5EF4-FFF2-40B4-BE49-F238E27FC236}">
                <a16:creationId xmlns:a16="http://schemas.microsoft.com/office/drawing/2014/main" id="{CFBF3D4B-2C45-473F-AAC1-45D55E16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766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invalid_utf8</a:t>
            </a:r>
          </a:p>
        </p:txBody>
      </p:sp>
      <p:sp>
        <p:nvSpPr>
          <p:cNvPr id="22" name="Shape-74">
            <a:extLst xmlns:a="http://schemas.openxmlformats.org/drawingml/2006/main">
              <a:ext uri="{FF2B5EF4-FFF2-40B4-BE49-F238E27FC236}">
                <a16:creationId xmlns:a16="http://schemas.microsoft.com/office/drawing/2014/main" id="{09675C03-8A39-486F-AEA2-EE17811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43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23" name="Text-75">
            <a:extLst xmlns:a="http://schemas.openxmlformats.org/drawingml/2006/main">
              <a:ext uri="{FF2B5EF4-FFF2-40B4-BE49-F238E27FC236}">
                <a16:creationId xmlns:a16="http://schemas.microsoft.com/office/drawing/2014/main" id="{2D5DF4C8-F9A2-401F-AC3E-7F6F94D5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03</a:t>
            </a:r>
          </a:p>
        </p:txBody>
      </p:sp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589C0FA4-3557-4C6B-93C6-58008AAE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JSON object</a:t>
            </a:r>
          </a:p>
        </p:txBody>
      </p:sp>
      <p:sp>
        <p:nvSpPr>
          <p:cNvPr id="25" name="Shape-77">
            <a:extLst xmlns:a="http://schemas.openxmlformats.org/drawingml/2006/main">
              <a:ext uri="{FF2B5EF4-FFF2-40B4-BE49-F238E27FC236}">
                <a16:creationId xmlns:a16="http://schemas.microsoft.com/office/drawing/2014/main" id="{8ABA946D-F9EB-47EE-9C79-EB7ED546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BE9"/>
          </a:solidFill>
        </p:spPr>
      </p:sp>
      <p:sp>
        <p:nvSpPr>
          <p:cNvPr id="26" name="Text-78">
            <a:extLst xmlns:a="http://schemas.openxmlformats.org/drawingml/2006/main">
              <a:ext uri="{FF2B5EF4-FFF2-40B4-BE49-F238E27FC236}">
                <a16:creationId xmlns:a16="http://schemas.microsoft.com/office/drawing/2014/main" id="{CC2F9659-B364-43DD-87F7-E06D055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malformed_json</a:t>
            </a:r>
          </a:p>
        </p:txBody>
      </p:sp>
      <p:sp>
        <p:nvSpPr>
          <p:cNvPr id="27" name="Shape-79">
            <a:extLst xmlns:a="http://schemas.openxmlformats.org/drawingml/2006/main">
              <a:ext uri="{FF2B5EF4-FFF2-40B4-BE49-F238E27FC236}">
                <a16:creationId xmlns:a16="http://schemas.microsoft.com/office/drawing/2014/main" id="{C413791B-D6E4-40FB-9DE9-468057A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43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28" name="Text-80">
            <a:extLst xmlns:a="http://schemas.openxmlformats.org/drawingml/2006/main">
              <a:ext uri="{FF2B5EF4-FFF2-40B4-BE49-F238E27FC236}">
                <a16:creationId xmlns:a16="http://schemas.microsoft.com/office/drawing/2014/main" id="{4EA4185A-9040-4701-BA5C-CA5CF19D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04</a:t>
            </a:r>
          </a:p>
        </p:txBody>
      </p:sp>
      <p:sp>
        <p:nvSpPr>
          <p:cNvPr id="29" name="Text-81">
            <a:extLst xmlns:a="http://schemas.openxmlformats.org/drawingml/2006/main">
              <a:ext uri="{FF2B5EF4-FFF2-40B4-BE49-F238E27FC236}">
                <a16:creationId xmlns:a16="http://schemas.microsoft.com/office/drawing/2014/main" id="{B027A574-EE5A-4566-ACF0-0A640AB1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241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v1 envelope</a:t>
            </a:r>
          </a:p>
        </p:txBody>
      </p:sp>
      <p:sp>
        <p:nvSpPr>
          <p:cNvPr id="30" name="Shape-82">
            <a:extLst xmlns:a="http://schemas.openxmlformats.org/drawingml/2006/main">
              <a:ext uri="{FF2B5EF4-FFF2-40B4-BE49-F238E27FC236}">
                <a16:creationId xmlns:a16="http://schemas.microsoft.com/office/drawing/2014/main" id="{F4335BA9-EB02-4255-998C-59BA2C6D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0040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BE9"/>
          </a:solidFill>
        </p:spPr>
      </p:sp>
      <p:sp>
        <p:nvSpPr>
          <p:cNvPr id="31" name="Text-83">
            <a:extLst xmlns:a="http://schemas.openxmlformats.org/drawingml/2006/main">
              <a:ext uri="{FF2B5EF4-FFF2-40B4-BE49-F238E27FC236}">
                <a16:creationId xmlns:a16="http://schemas.microsoft.com/office/drawing/2014/main" id="{3DAC1A99-1557-4BB6-9EDA-14F2241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766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unsupported_version</a:t>
            </a:r>
          </a:p>
        </p:txBody>
      </p:sp>
      <p:sp>
        <p:nvSpPr>
          <p:cNvPr id="32" name="Shape-84">
            <a:extLst xmlns:a="http://schemas.openxmlformats.org/drawingml/2006/main">
              <a:ext uri="{FF2B5EF4-FFF2-40B4-BE49-F238E27FC236}">
                <a16:creationId xmlns:a16="http://schemas.microsoft.com/office/drawing/2014/main" id="{FAFFAFFF-B8B1-4D68-8C2D-9F77EC94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33" name="Text-85">
            <a:extLst xmlns:a="http://schemas.openxmlformats.org/drawingml/2006/main">
              <a:ext uri="{FF2B5EF4-FFF2-40B4-BE49-F238E27FC236}">
                <a16:creationId xmlns:a16="http://schemas.microsoft.com/office/drawing/2014/main" id="{D58750A4-CFEB-48DE-B988-3F951C8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05</a:t>
            </a:r>
          </a:p>
        </p:txBody>
      </p:sp>
      <p:sp>
        <p:nvSpPr>
          <p:cNvPr id="34" name="Text-86">
            <a:extLst xmlns:a="http://schemas.openxmlformats.org/drawingml/2006/main">
              <a:ext uri="{FF2B5EF4-FFF2-40B4-BE49-F238E27FC236}">
                <a16:creationId xmlns:a16="http://schemas.microsoft.com/office/drawing/2014/main" id="{E4F55864-DA1F-4E33-9418-72EDAD09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known type</a:t>
            </a:r>
          </a:p>
        </p:txBody>
      </p:sp>
      <p:sp>
        <p:nvSpPr>
          <p:cNvPr id="35" name="Shape-87">
            <a:extLst xmlns:a="http://schemas.openxmlformats.org/drawingml/2006/main">
              <a:ext uri="{FF2B5EF4-FFF2-40B4-BE49-F238E27FC236}">
                <a16:creationId xmlns:a16="http://schemas.microsoft.com/office/drawing/2014/main" id="{D4BCBAD7-CC93-4DAB-A2AB-95BDCF7D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BE9"/>
          </a:solidFill>
        </p:spPr>
      </p:sp>
      <p:sp>
        <p:nvSpPr>
          <p:cNvPr id="36" name="Text-88">
            <a:extLst xmlns:a="http://schemas.openxmlformats.org/drawingml/2006/main">
              <a:ext uri="{FF2B5EF4-FFF2-40B4-BE49-F238E27FC236}">
                <a16:creationId xmlns:a16="http://schemas.microsoft.com/office/drawing/2014/main" id="{E976A105-6642-48AB-91E2-627BEBCB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unknown_type</a:t>
            </a:r>
          </a:p>
        </p:txBody>
      </p:sp>
      <p:sp>
        <p:nvSpPr>
          <p:cNvPr id="37" name="Shape-89">
            <a:extLst xmlns:a="http://schemas.openxmlformats.org/drawingml/2006/main">
              <a:ext uri="{FF2B5EF4-FFF2-40B4-BE49-F238E27FC236}">
                <a16:creationId xmlns:a16="http://schemas.microsoft.com/office/drawing/2014/main" id="{0D699FF0-3C44-4EFA-9940-C2AC87B3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743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</p:spPr>
      </p:sp>
      <p:sp>
        <p:nvSpPr>
          <p:cNvPr id="38" name="Text-90">
            <a:extLst xmlns:a="http://schemas.openxmlformats.org/drawingml/2006/main">
              <a:ext uri="{FF2B5EF4-FFF2-40B4-BE49-F238E27FC236}">
                <a16:creationId xmlns:a16="http://schemas.microsoft.com/office/drawing/2014/main" id="{50BF7170-08F7-406D-A457-243EA59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002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06</a:t>
            </a:r>
          </a:p>
        </p:txBody>
      </p:sp>
      <p:sp>
        <p:nvSpPr>
          <p:cNvPr id="39" name="Text-91">
            <a:extLst xmlns:a="http://schemas.openxmlformats.org/drawingml/2006/main">
              <a:ext uri="{FF2B5EF4-FFF2-40B4-BE49-F238E27FC236}">
                <a16:creationId xmlns:a16="http://schemas.microsoft.com/office/drawing/2014/main" id="{E3D25B6D-B6D3-42DC-8FE0-8C5BB766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2410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strict payload</a:t>
            </a:r>
          </a:p>
        </p:txBody>
      </p:sp>
      <p:sp>
        <p:nvSpPr>
          <p:cNvPr id="40" name="Shape-92">
            <a:extLst xmlns:a="http://schemas.openxmlformats.org/drawingml/2006/main">
              <a:ext uri="{FF2B5EF4-FFF2-40B4-BE49-F238E27FC236}">
                <a16:creationId xmlns:a16="http://schemas.microsoft.com/office/drawing/2014/main" id="{B5DE03AB-0F5F-4224-82EC-BFFF9BC1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00400"/>
            <a:ext cx="1714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BE9"/>
          </a:solidFill>
        </p:spPr>
      </p:sp>
      <p:sp>
        <p:nvSpPr>
          <p:cNvPr id="41" name="Text-93">
            <a:extLst xmlns:a="http://schemas.openxmlformats.org/drawingml/2006/main">
              <a:ext uri="{FF2B5EF4-FFF2-40B4-BE49-F238E27FC236}">
                <a16:creationId xmlns:a16="http://schemas.microsoft.com/office/drawing/2014/main" id="{A26F0228-4BE1-4A9E-9A04-F0046FA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7660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invalid_payload</a:t>
            </a:r>
          </a:p>
        </p:txBody>
      </p:sp>
      <p:sp>
        <p:nvSpPr>
          <p:cNvPr id="42" name="Shape-94">
            <a:extLst xmlns:a="http://schemas.openxmlformats.org/drawingml/2006/main">
              <a:ext uri="{FF2B5EF4-FFF2-40B4-BE49-F238E27FC236}">
                <a16:creationId xmlns:a16="http://schemas.microsoft.com/office/drawing/2014/main" id="{3C16836D-CDF0-4221-A07D-759C4576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112776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43" name="Text-95">
            <a:extLst xmlns:a="http://schemas.openxmlformats.org/drawingml/2006/main">
              <a:ext uri="{FF2B5EF4-FFF2-40B4-BE49-F238E27FC236}">
                <a16:creationId xmlns:a16="http://schemas.microsoft.com/office/drawing/2014/main" id="{5689EA5F-49CF-4395-A02E-F735194F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SAFE CLASSIFICATION</a:t>
            </a:r>
          </a:p>
        </p:txBody>
      </p:sp>
      <p:sp>
        <p:nvSpPr>
          <p:cNvPr id="44" name="Text-96">
            <a:extLst xmlns:a="http://schemas.openxmlformats.org/drawingml/2006/main">
              <a:ext uri="{FF2B5EF4-FFF2-40B4-BE49-F238E27FC236}">
                <a16:creationId xmlns:a16="http://schemas.microsoft.com/office/drawing/2014/main" id="{87AA7419-CEFE-4F48-AC81-EFFD7EC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38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DAE"/>
                </a:solidFill>
                <a:latin typeface="Helvetica Neue"/>
                <a:ea typeface="Helvetica Neue"/>
                <a:cs typeface="Helvetica Neue"/>
              </a:defRPr>
            </a:pPr>
            <a:r>
              <a:t>Errors identify the violated contract without echoing raw input or validator internals.</a:t>
            </a:r>
          </a:p>
        </p:txBody>
      </p:sp>
      <p:cxnSp>
        <p:nvCxnSpPr>
          <p:cNvPr id="92" name="Rule-97"/>
          <p:cNvCxnSpPr/>
          <p:nvPr/>
        </p:nvCxnSpPr>
        <p:spPr>
          <a:xfrm xmlns:a="http://schemas.openxmlformats.org/drawingml/2006/main">
            <a:off x="457200" y="62198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6" name="Text-98">
            <a:extLst xmlns:a="http://schemas.openxmlformats.org/drawingml/2006/main">
              <a:ext uri="{FF2B5EF4-FFF2-40B4-BE49-F238E27FC236}">
                <a16:creationId xmlns:a16="http://schemas.microsoft.com/office/drawing/2014/main" id="{7146B6C7-8C39-4844-9270-A106F183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protocol/README.md · MAX_LINE_BYTES = 65,536 excluding LF</a:t>
            </a:r>
          </a:p>
        </p:txBody>
      </p:sp>
      <p:sp>
        <p:nvSpPr>
          <p:cNvPr id="47" name="Text-99">
            <a:extLst xmlns:a="http://schemas.openxmlformats.org/drawingml/2006/main">
              <a:ext uri="{FF2B5EF4-FFF2-40B4-BE49-F238E27FC236}">
                <a16:creationId xmlns:a16="http://schemas.microsoft.com/office/drawing/2014/main" id="{58BC476D-8D69-4076-9B4E-0581553F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999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138">
            <a:extLst xmlns:a="http://schemas.openxmlformats.org/drawingml/2006/main">
              <a:ext uri="{FF2B5EF4-FFF2-40B4-BE49-F238E27FC236}">
                <a16:creationId xmlns:a16="http://schemas.microsoft.com/office/drawing/2014/main" id="{E0B19D0B-7173-4E1F-ABFF-B3FD6F94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101">
            <a:extLst xmlns:a="http://schemas.openxmlformats.org/drawingml/2006/main">
              <a:ext uri="{FF2B5EF4-FFF2-40B4-BE49-F238E27FC236}">
                <a16:creationId xmlns:a16="http://schemas.microsoft.com/office/drawing/2014/main" id="{085FE6F5-A5F7-4FC7-867E-596C016D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Five fields prevent five ambiguities</a:t>
            </a:r>
          </a:p>
        </p:txBody>
      </p:sp>
      <p:sp>
        <p:nvSpPr>
          <p:cNvPr id="3" name="Shape-102">
            <a:extLst xmlns:a="http://schemas.openxmlformats.org/drawingml/2006/main">
              <a:ext uri="{FF2B5EF4-FFF2-40B4-BE49-F238E27FC236}">
                <a16:creationId xmlns:a16="http://schemas.microsoft.com/office/drawing/2014/main" id="{1A3A4B33-B3DC-4FB7-AD91-8C910B8C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38350" cy="33528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4" name="Shape-103">
            <a:extLst xmlns:a="http://schemas.openxmlformats.org/drawingml/2006/main">
              <a:ext uri="{FF2B5EF4-FFF2-40B4-BE49-F238E27FC236}">
                <a16:creationId xmlns:a16="http://schemas.microsoft.com/office/drawing/2014/main" id="{4759DD81-3D55-4840-8B9E-0797F437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5" name="Text-104">
            <a:extLst xmlns:a="http://schemas.openxmlformats.org/drawingml/2006/main">
              <a:ext uri="{FF2B5EF4-FFF2-40B4-BE49-F238E27FC236}">
                <a16:creationId xmlns:a16="http://schemas.microsoft.com/office/drawing/2014/main" id="{BAD34892-E487-45C8-942E-E963E512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695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command_id</a:t>
            </a:r>
          </a:p>
        </p:txBody>
      </p:sp>
      <p:sp>
        <p:nvSpPr>
          <p:cNvPr id="6" name="Text-105">
            <a:extLst xmlns:a="http://schemas.openxmlformats.org/drawingml/2006/main">
              <a:ext uri="{FF2B5EF4-FFF2-40B4-BE49-F238E27FC236}">
                <a16:creationId xmlns:a16="http://schemas.microsoft.com/office/drawing/2014/main" id="{14CB9A6E-1AF0-49FA-817D-33EE9DD9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Which request?</a:t>
            </a:r>
          </a:p>
        </p:txBody>
      </p:sp>
      <p:cxnSp>
        <p:nvCxnSpPr>
          <p:cNvPr id="45" name="Rule-106"/>
          <p:cNvCxnSpPr/>
          <p:nvPr/>
        </p:nvCxnSpPr>
        <p:spPr>
          <a:xfrm xmlns:a="http://schemas.openxmlformats.org/drawingml/2006/main">
            <a:off x="628650" y="3514725"/>
            <a:ext cx="1695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E28C8987-EAED-43EF-B6C6-1BBF765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1695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Unique per command</a:t>
            </a:r>
          </a:p>
        </p:txBody>
      </p:sp>
      <p:sp>
        <p:nvSpPr>
          <p:cNvPr id="9" name="Shape-108">
            <a:extLst xmlns:a="http://schemas.openxmlformats.org/drawingml/2006/main">
              <a:ext uri="{FF2B5EF4-FFF2-40B4-BE49-F238E27FC236}">
                <a16:creationId xmlns:a16="http://schemas.microsoft.com/office/drawing/2014/main" id="{D5299CBA-8550-46F4-88E6-876328F1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38350" cy="33528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10" name="Shape-109">
            <a:extLst xmlns:a="http://schemas.openxmlformats.org/drawingml/2006/main">
              <a:ext uri="{FF2B5EF4-FFF2-40B4-BE49-F238E27FC236}">
                <a16:creationId xmlns:a16="http://schemas.microsoft.com/office/drawing/2014/main" id="{B9B79F44-9AD3-46A2-87E2-6A375ACF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11" name="Text-110">
            <a:extLst xmlns:a="http://schemas.openxmlformats.org/drawingml/2006/main">
              <a:ext uri="{FF2B5EF4-FFF2-40B4-BE49-F238E27FC236}">
                <a16:creationId xmlns:a16="http://schemas.microsoft.com/office/drawing/2014/main" id="{9D005547-6698-4622-B99B-C1F5D82F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1695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correlation_id</a:t>
            </a:r>
          </a:p>
        </p:txBody>
      </p:sp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4BDF200C-6DF7-4E09-A1FC-5DF2531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19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What caused it?</a:t>
            </a:r>
          </a:p>
        </p:txBody>
      </p:sp>
      <p:cxnSp>
        <p:nvCxnSpPr>
          <p:cNvPr id="51" name="Rule-112"/>
          <p:cNvCxnSpPr/>
          <p:nvPr/>
        </p:nvCxnSpPr>
        <p:spPr>
          <a:xfrm xmlns:a="http://schemas.openxmlformats.org/drawingml/2006/main">
            <a:off x="2895600" y="3514725"/>
            <a:ext cx="1695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14" name="Text-113">
            <a:extLst xmlns:a="http://schemas.openxmlformats.org/drawingml/2006/main">
              <a:ext uri="{FF2B5EF4-FFF2-40B4-BE49-F238E27FC236}">
                <a16:creationId xmlns:a16="http://schemas.microsoft.com/office/drawing/2014/main" id="{F8267BD9-3A91-4399-B6EC-B263F3C0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62375"/>
            <a:ext cx="1695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Echo the triggering command</a:t>
            </a:r>
          </a:p>
        </p:txBody>
      </p:sp>
      <p:sp>
        <p:nvSpPr>
          <p:cNvPr id="15" name="Shape-114">
            <a:extLst xmlns:a="http://schemas.openxmlformats.org/drawingml/2006/main">
              <a:ext uri="{FF2B5EF4-FFF2-40B4-BE49-F238E27FC236}">
                <a16:creationId xmlns:a16="http://schemas.microsoft.com/office/drawing/2014/main" id="{42537D51-501C-48E9-B511-F02A1ECB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38350" cy="33528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16" name="Shape-115">
            <a:extLst xmlns:a="http://schemas.openxmlformats.org/drawingml/2006/main">
              <a:ext uri="{FF2B5EF4-FFF2-40B4-BE49-F238E27FC236}">
                <a16:creationId xmlns:a16="http://schemas.microsoft.com/office/drawing/2014/main" id="{87D65414-7B02-4BEC-A014-20668E8D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17" name="Text-116">
            <a:extLst xmlns:a="http://schemas.openxmlformats.org/drawingml/2006/main">
              <a:ext uri="{FF2B5EF4-FFF2-40B4-BE49-F238E27FC236}">
                <a16:creationId xmlns:a16="http://schemas.microsoft.com/office/drawing/2014/main" id="{8FC7964F-913B-4ABE-9DEB-652AA30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1695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session_id</a:t>
            </a:r>
          </a:p>
        </p:txBody>
      </p:sp>
      <p:sp>
        <p:nvSpPr>
          <p:cNvPr id="18" name="Text-117">
            <a:extLst xmlns:a="http://schemas.openxmlformats.org/drawingml/2006/main">
              <a:ext uri="{FF2B5EF4-FFF2-40B4-BE49-F238E27FC236}">
                <a16:creationId xmlns:a16="http://schemas.microsoft.com/office/drawing/2014/main" id="{A4DDAA89-E5A7-4BCD-8592-B84764BF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Which lifecycle?</a:t>
            </a:r>
          </a:p>
        </p:txBody>
      </p:sp>
      <p:cxnSp>
        <p:nvCxnSpPr>
          <p:cNvPr id="57" name="Rule-118"/>
          <p:cNvCxnSpPr/>
          <p:nvPr/>
        </p:nvCxnSpPr>
        <p:spPr>
          <a:xfrm xmlns:a="http://schemas.openxmlformats.org/drawingml/2006/main">
            <a:off x="5162550" y="3514725"/>
            <a:ext cx="1695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20" name="Text-119">
            <a:extLst xmlns:a="http://schemas.openxmlformats.org/drawingml/2006/main">
              <a:ext uri="{FF2B5EF4-FFF2-40B4-BE49-F238E27FC236}">
                <a16:creationId xmlns:a16="http://schemas.microsoft.com/office/drawing/2014/main" id="{A7728611-E9A0-4403-BFC6-0D314A4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62375"/>
            <a:ext cx="1695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Stable within a session</a:t>
            </a:r>
          </a:p>
        </p:txBody>
      </p:sp>
      <p:sp>
        <p:nvSpPr>
          <p:cNvPr id="21" name="Shape-120">
            <a:extLst xmlns:a="http://schemas.openxmlformats.org/drawingml/2006/main">
              <a:ext uri="{FF2B5EF4-FFF2-40B4-BE49-F238E27FC236}">
                <a16:creationId xmlns:a16="http://schemas.microsoft.com/office/drawing/2014/main" id="{E4A71279-B236-43CE-AB39-4CEFA727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38350" cy="33528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22" name="Shape-121">
            <a:extLst xmlns:a="http://schemas.openxmlformats.org/drawingml/2006/main">
              <a:ext uri="{FF2B5EF4-FFF2-40B4-BE49-F238E27FC236}">
                <a16:creationId xmlns:a16="http://schemas.microsoft.com/office/drawing/2014/main" id="{6A360B70-6C61-4D4D-AF15-19A17DF5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</p:spPr>
      </p:sp>
      <p:sp>
        <p:nvSpPr>
          <p:cNvPr id="23" name="Text-122">
            <a:extLst xmlns:a="http://schemas.openxmlformats.org/drawingml/2006/main">
              <a:ext uri="{FF2B5EF4-FFF2-40B4-BE49-F238E27FC236}">
                <a16:creationId xmlns:a16="http://schemas.microsoft.com/office/drawing/2014/main" id="{A1F7485E-FD09-45A5-8A3C-BB2A2AC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1695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sequence</a:t>
            </a:r>
          </a:p>
        </p:txBody>
      </p:sp>
      <p:sp>
        <p:nvSpPr>
          <p:cNvPr id="24" name="Text-123">
            <a:extLst xmlns:a="http://schemas.openxmlformats.org/drawingml/2006/main">
              <a:ext uri="{FF2B5EF4-FFF2-40B4-BE49-F238E27FC236}">
                <a16:creationId xmlns:a16="http://schemas.microsoft.com/office/drawing/2014/main" id="{2046F485-C570-41FC-A2E9-27D3FC2C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Authoritative order?</a:t>
            </a:r>
          </a:p>
        </p:txBody>
      </p:sp>
      <p:cxnSp>
        <p:nvCxnSpPr>
          <p:cNvPr id="63" name="Rule-124"/>
          <p:cNvCxnSpPr/>
          <p:nvPr/>
        </p:nvCxnSpPr>
        <p:spPr>
          <a:xfrm xmlns:a="http://schemas.openxmlformats.org/drawingml/2006/main">
            <a:off x="7429500" y="3514725"/>
            <a:ext cx="1695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26" name="Text-125">
            <a:extLst xmlns:a="http://schemas.openxmlformats.org/drawingml/2006/main">
              <a:ext uri="{FF2B5EF4-FFF2-40B4-BE49-F238E27FC236}">
                <a16:creationId xmlns:a16="http://schemas.microsoft.com/office/drawing/2014/main" id="{1042CAC8-F3BF-4DB9-93A7-E026B322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1695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Starts at 1; strictly increases</a:t>
            </a:r>
          </a:p>
        </p:txBody>
      </p:sp>
      <p:sp>
        <p:nvSpPr>
          <p:cNvPr id="27" name="Shape-126">
            <a:extLst xmlns:a="http://schemas.openxmlformats.org/drawingml/2006/main">
              <a:ext uri="{FF2B5EF4-FFF2-40B4-BE49-F238E27FC236}">
                <a16:creationId xmlns:a16="http://schemas.microsoft.com/office/drawing/2014/main" id="{FDE1FB84-AC54-448E-B092-EDA53D42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38350" cy="335280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28" name="Shape-127">
            <a:extLst xmlns:a="http://schemas.openxmlformats.org/drawingml/2006/main">
              <a:ext uri="{FF2B5EF4-FFF2-40B4-BE49-F238E27FC236}">
                <a16:creationId xmlns:a16="http://schemas.microsoft.com/office/drawing/2014/main" id="{E4D09854-BD8B-4E93-AD03-A6E7A064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2"/>
          </a:solidFill>
        </p:spPr>
      </p:sp>
      <p:sp>
        <p:nvSpPr>
          <p:cNvPr id="29" name="Text-128">
            <a:extLst xmlns:a="http://schemas.openxmlformats.org/drawingml/2006/main">
              <a:ext uri="{FF2B5EF4-FFF2-40B4-BE49-F238E27FC236}">
                <a16:creationId xmlns:a16="http://schemas.microsoft.com/office/drawing/2014/main" id="{7B6B819C-7212-4977-A981-8249D888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90700"/>
            <a:ext cx="1695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timestamp</a:t>
            </a:r>
          </a:p>
        </p:txBody>
      </p:sp>
      <p:sp>
        <p:nvSpPr>
          <p:cNvPr id="30" name="Text-129">
            <a:extLst xmlns:a="http://schemas.openxmlformats.org/drawingml/2006/main">
              <a:ext uri="{FF2B5EF4-FFF2-40B4-BE49-F238E27FC236}">
                <a16:creationId xmlns:a16="http://schemas.microsoft.com/office/drawing/2014/main" id="{74B8043B-0015-42B5-B043-319310C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19375"/>
            <a:ext cx="1695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When observed?</a:t>
            </a:r>
          </a:p>
        </p:txBody>
      </p:sp>
      <p:cxnSp>
        <p:nvCxnSpPr>
          <p:cNvPr id="69" name="Rule-130"/>
          <p:cNvCxnSpPr/>
          <p:nvPr/>
        </p:nvCxnSpPr>
        <p:spPr>
          <a:xfrm xmlns:a="http://schemas.openxmlformats.org/drawingml/2006/main">
            <a:off x="9696450" y="3514725"/>
            <a:ext cx="16954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32" name="Text-131">
            <a:extLst xmlns:a="http://schemas.openxmlformats.org/drawingml/2006/main">
              <a:ext uri="{FF2B5EF4-FFF2-40B4-BE49-F238E27FC236}">
                <a16:creationId xmlns:a16="http://schemas.microsoft.com/office/drawing/2014/main" id="{8A86A0AF-21FB-4DB6-926C-4067AA84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62375"/>
            <a:ext cx="1695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Exact UTC milliseconds</a:t>
            </a:r>
          </a:p>
        </p:txBody>
      </p:sp>
      <p:sp>
        <p:nvSpPr>
          <p:cNvPr id="33" name="Shape-132">
            <a:extLst xmlns:a="http://schemas.openxmlformats.org/drawingml/2006/main">
              <a:ext uri="{FF2B5EF4-FFF2-40B4-BE49-F238E27FC236}">
                <a16:creationId xmlns:a16="http://schemas.microsoft.com/office/drawing/2014/main" id="{CF3C5595-3A89-4FF0-9945-F2B5AFC3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1277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0D12"/>
          </a:solidFill>
        </p:spPr>
      </p:sp>
      <p:sp>
        <p:nvSpPr>
          <p:cNvPr id="34" name="Text-133">
            <a:extLst xmlns:a="http://schemas.openxmlformats.org/drawingml/2006/main">
              <a:ext uri="{FF2B5EF4-FFF2-40B4-BE49-F238E27FC236}">
                <a16:creationId xmlns:a16="http://schemas.microsoft.com/office/drawing/2014/main" id="{321BAEEB-D8CE-47FE-BA1E-07BEE101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5953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Sequence orders. Timestamp does not.</a:t>
            </a:r>
          </a:p>
        </p:txBody>
      </p:sp>
      <p:sp>
        <p:nvSpPr>
          <p:cNvPr id="35" name="Text-134">
            <a:extLst xmlns:a="http://schemas.openxmlformats.org/drawingml/2006/main">
              <a:ext uri="{FF2B5EF4-FFF2-40B4-BE49-F238E27FC236}">
                <a16:creationId xmlns:a16="http://schemas.microsoft.com/office/drawing/2014/main" id="{868591F8-184A-4FEA-AF45-186942A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14950"/>
            <a:ext cx="447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EAF0FF"/>
                </a:solidFill>
                <a:latin typeface="Courier New"/>
                <a:ea typeface="Courier New"/>
                <a:cs typeface="Courier New"/>
              </a:defRPr>
            </a:pPr>
            <a:r>
              <a:t>max sequence · 9,007,199,254,740,991</a:t>
            </a:r>
          </a:p>
        </p:txBody>
      </p:sp>
      <p:cxnSp>
        <p:nvCxnSpPr>
          <p:cNvPr id="74" name="Rule-135"/>
          <p:cNvCxnSpPr/>
          <p:nvPr/>
        </p:nvCxnSpPr>
        <p:spPr>
          <a:xfrm xmlns:a="http://schemas.openxmlformats.org/drawingml/2006/main">
            <a:off x="457200" y="62198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37" name="Text-136">
            <a:extLst xmlns:a="http://schemas.openxmlformats.org/drawingml/2006/main">
              <a:ext uri="{FF2B5EF4-FFF2-40B4-BE49-F238E27FC236}">
                <a16:creationId xmlns:a16="http://schemas.microsoft.com/office/drawing/2014/main" id="{369F1CE8-0EEB-4CBE-8D87-A81A7A6D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models.py · protocol.ts · shared valid and invalid fixtures</a:t>
            </a:r>
          </a:p>
        </p:txBody>
      </p:sp>
      <p:sp>
        <p:nvSpPr>
          <p:cNvPr id="38" name="Text-137">
            <a:extLst xmlns:a="http://schemas.openxmlformats.org/drawingml/2006/main">
              <a:ext uri="{FF2B5EF4-FFF2-40B4-BE49-F238E27FC236}">
                <a16:creationId xmlns:a16="http://schemas.microsoft.com/office/drawing/2014/main" id="{97B68E18-5E36-413B-A583-2E617BB0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76301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169">
            <a:extLst xmlns:a="http://schemas.openxmlformats.org/drawingml/2006/main">
              <a:ext uri="{FF2B5EF4-FFF2-40B4-BE49-F238E27FC236}">
                <a16:creationId xmlns:a16="http://schemas.microsoft.com/office/drawing/2014/main" id="{282D6EFB-CEF2-4656-9BF0-23CA9B5C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0BCAFD08-CF01-433F-816D-B4C3E1EA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Running begins with proof</a:t>
            </a:r>
          </a:p>
        </p:txBody>
      </p:sp>
      <p:sp>
        <p:nvSpPr>
          <p:cNvPr id="3" name="Text-140">
            <a:extLst xmlns:a="http://schemas.openxmlformats.org/drawingml/2006/main">
              <a:ext uri="{FF2B5EF4-FFF2-40B4-BE49-F238E27FC236}">
                <a16:creationId xmlns:a16="http://schemas.microsoft.com/office/drawing/2014/main" id="{43E6CBAD-8FC0-42EB-9730-A5DB5B67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Process birth is not application readiness.</a:t>
            </a:r>
          </a:p>
        </p:txBody>
      </p:sp>
      <p:sp>
        <p:nvSpPr>
          <p:cNvPr id="4" name="Shape-141">
            <a:extLst xmlns:a="http://schemas.openxmlformats.org/drawingml/2006/main">
              <a:ext uri="{FF2B5EF4-FFF2-40B4-BE49-F238E27FC236}">
                <a16:creationId xmlns:a16="http://schemas.microsoft.com/office/drawing/2014/main" id="{3E491EB0-3005-4B81-8214-E24EF4AD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981075"/>
            <a:ext cx="2781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2D8"/>
          </a:solidFill>
        </p:spPr>
      </p:sp>
      <p:sp>
        <p:nvSpPr>
          <p:cNvPr id="5" name="Text-142">
            <a:extLst xmlns:a="http://schemas.openxmlformats.org/drawingml/2006/main">
              <a:ext uri="{FF2B5EF4-FFF2-40B4-BE49-F238E27FC236}">
                <a16:creationId xmlns:a16="http://schemas.microsoft.com/office/drawing/2014/main" id="{2619B86A-A44D-4F5E-81FE-C7E243C7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57275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t>5 s readiness deadline</a:t>
            </a:r>
          </a:p>
        </p:txBody>
      </p:sp>
      <p:cxnSp>
        <p:nvCxnSpPr>
          <p:cNvPr id="37" name="Rule-143"/>
          <p:cNvCxnSpPr/>
          <p:nvPr/>
        </p:nvCxnSpPr>
        <p:spPr>
          <a:xfrm xmlns:a="http://schemas.openxmlformats.org/drawingml/2006/main">
            <a:off x="1066800" y="2876550"/>
            <a:ext cx="97155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F5EFF"/>
            </a:solidFill>
            <a:prstDash val="solid"/>
          </a:ln>
        </p:spPr>
      </p:cxnSp>
      <p:cxnSp>
        <p:nvCxnSpPr>
          <p:cNvPr id="38" name="Rule-144"/>
          <p:cNvCxnSpPr/>
          <p:nvPr/>
        </p:nvCxnSpPr>
        <p:spPr>
          <a:xfrm xmlns:a="http://schemas.openxmlformats.org/drawingml/2006/main">
            <a:off x="6962775" y="3943350"/>
            <a:ext cx="9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A32"/>
            </a:solidFill>
            <a:prstDash val="solid"/>
          </a:ln>
        </p:spPr>
      </p:cxnSp>
      <p:sp>
        <p:nvSpPr>
          <p:cNvPr id="8" name="Shape-145">
            <a:extLst xmlns:a="http://schemas.openxmlformats.org/drawingml/2006/main">
              <a:ext uri="{FF2B5EF4-FFF2-40B4-BE49-F238E27FC236}">
                <a16:creationId xmlns:a16="http://schemas.microsoft.com/office/drawing/2014/main" id="{E2784E2B-5E75-4768-83CC-526738BC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</p:spPr>
      </p:sp>
      <p:sp>
        <p:nvSpPr>
          <p:cNvPr id="9" name="Text-146">
            <a:extLst xmlns:a="http://schemas.openxmlformats.org/drawingml/2006/main">
              <a:ext uri="{FF2B5EF4-FFF2-40B4-BE49-F238E27FC236}">
                <a16:creationId xmlns:a16="http://schemas.microsoft.com/office/drawing/2014/main" id="{8E79E7A6-DA6E-4998-AE4A-D2B8F7AD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90825"/>
            <a:ext cx="114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0" name="Text-147">
            <a:extLst xmlns:a="http://schemas.openxmlformats.org/drawingml/2006/main">
              <a:ext uri="{FF2B5EF4-FFF2-40B4-BE49-F238E27FC236}">
                <a16:creationId xmlns:a16="http://schemas.microsoft.com/office/drawing/2014/main" id="{59E0CBBA-0646-4F63-87EA-7329D2C9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38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spawn</a:t>
            </a:r>
          </a:p>
        </p:txBody>
      </p:sp>
      <p:sp>
        <p:nvSpPr>
          <p:cNvPr id="11" name="Text-148">
            <a:extLst xmlns:a="http://schemas.openxmlformats.org/drawingml/2006/main">
              <a:ext uri="{FF2B5EF4-FFF2-40B4-BE49-F238E27FC236}">
                <a16:creationId xmlns:a16="http://schemas.microsoft.com/office/drawing/2014/main" id="{4ED87E04-4783-4F45-9972-D4F360A0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71825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state = starting</a:t>
            </a:r>
          </a:p>
        </p:txBody>
      </p:sp>
      <p:sp>
        <p:nvSpPr>
          <p:cNvPr id="12" name="Shape-149">
            <a:extLst xmlns:a="http://schemas.openxmlformats.org/drawingml/2006/main">
              <a:ext uri="{FF2B5EF4-FFF2-40B4-BE49-F238E27FC236}">
                <a16:creationId xmlns:a16="http://schemas.microsoft.com/office/drawing/2014/main" id="{36366F85-3B99-47F2-8A2A-3ED545CE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</p:spPr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18C81702-B04A-4C1A-A653-811302FA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90825"/>
            <a:ext cx="114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7B4E978D-C860-4478-BAEC-A413492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76450"/>
            <a:ext cx="238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runtime.initialize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B0448027-562E-4563-A5EB-52CBD7A4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71825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cmd_A · canonical workspace</a:t>
            </a:r>
          </a:p>
        </p:txBody>
      </p:sp>
      <p:sp>
        <p:nvSpPr>
          <p:cNvPr id="16" name="Shape-153">
            <a:extLst xmlns:a="http://schemas.openxmlformats.org/drawingml/2006/main">
              <a:ext uri="{FF2B5EF4-FFF2-40B4-BE49-F238E27FC236}">
                <a16:creationId xmlns:a16="http://schemas.microsoft.com/office/drawing/2014/main" id="{276B02EB-B959-4BD9-81B0-5459A4C8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EFF"/>
          </a:solidFill>
        </p:spPr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6BD91283-25BD-4136-8854-C8B59A6F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90825"/>
            <a:ext cx="114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F8F58059-1F66-4683-A9E7-EC4B313D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238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runtime.ready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C45E51D3-1E73-4489-9687-79F8AFE6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correlation = cmd_A
same workspace</a:t>
            </a:r>
          </a:p>
        </p:txBody>
      </p:sp>
      <p:sp>
        <p:nvSpPr>
          <p:cNvPr id="20" name="Shape-157">
            <a:extLst xmlns:a="http://schemas.openxmlformats.org/drawingml/2006/main">
              <a:ext uri="{FF2B5EF4-FFF2-40B4-BE49-F238E27FC236}">
                <a16:creationId xmlns:a16="http://schemas.microsoft.com/office/drawing/2014/main" id="{9768276C-EFC1-4591-8E13-59F9B174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527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94E"/>
          </a:solidFill>
        </p:spPr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7BDED977-6699-4E33-8A9D-9058A47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90825"/>
            <a:ext cx="114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599D4484-1E11-46BF-BA73-A976F95F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76450"/>
            <a:ext cx="238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running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90FA5566-92B7-47C0-895A-8EAE0BC2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71825"/>
            <a:ext cx="2381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commands may now flow</a:t>
            </a:r>
          </a:p>
        </p:txBody>
      </p:sp>
      <p:sp>
        <p:nvSpPr>
          <p:cNvPr id="24" name="Shape-161">
            <a:extLst xmlns:a="http://schemas.openxmlformats.org/drawingml/2006/main">
              <a:ext uri="{FF2B5EF4-FFF2-40B4-BE49-F238E27FC236}">
                <a16:creationId xmlns:a16="http://schemas.microsoft.com/office/drawing/2014/main" id="{55B04840-974B-4E19-A647-A46EE5F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14850"/>
            <a:ext cx="2800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BE9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25" name="Text-162">
            <a:extLst xmlns:a="http://schemas.openxmlformats.org/drawingml/2006/main">
              <a:ext uri="{FF2B5EF4-FFF2-40B4-BE49-F238E27FC236}">
                <a16:creationId xmlns:a16="http://schemas.microsoft.com/office/drawing/2014/main" id="{4602B5A4-F424-4761-B593-D187374E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57725"/>
            <a:ext cx="2324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protocol-failed</a:t>
            </a:r>
          </a:p>
        </p:txBody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1886D376-6967-46A4-B62C-C0ADBDD4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2324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33A32"/>
                </a:solidFill>
                <a:latin typeface="Helvetica Neue"/>
                <a:ea typeface="Helvetica Neue"/>
                <a:cs typeface="Helvetica Neue"/>
              </a:defRPr>
            </a:pPr>
            <a:r>
              <a:t>mismatched · unexpected · late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4BB48886-F694-4904-806D-59F0585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4476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Real boundary proof: Node → uv → Python</a:t>
            </a:r>
          </a:p>
        </p:txBody>
      </p:sp>
      <p:sp>
        <p:nvSpPr>
          <p:cNvPr id="28" name="Text-165">
            <a:extLst xmlns:a="http://schemas.openxmlformats.org/drawingml/2006/main">
              <a:ext uri="{FF2B5EF4-FFF2-40B4-BE49-F238E27FC236}">
                <a16:creationId xmlns:a16="http://schemas.microsoft.com/office/drawing/2014/main" id="{0234FBBA-E6C3-4F3E-AD00-0F12D951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81650"/>
            <a:ext cx="4876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Cleanup: runtime.shutdown before signal escalation</a:t>
            </a:r>
          </a:p>
        </p:txBody>
      </p:sp>
      <p:cxnSp>
        <p:nvCxnSpPr>
          <p:cNvPr id="60" name="Rule-166"/>
          <p:cNvCxnSpPr/>
          <p:nvPr/>
        </p:nvCxnSpPr>
        <p:spPr>
          <a:xfrm xmlns:a="http://schemas.openxmlformats.org/drawingml/2006/main">
            <a:off x="457200" y="62198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14915913-229A-4265-9B0B-766D3736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tui/src/runtimeSupervisor.ts · runtime.py · test_runtime_boundary.ts</a:t>
            </a:r>
          </a:p>
        </p:txBody>
      </p:sp>
      <p:sp>
        <p:nvSpPr>
          <p:cNvPr id="31" name="Text-168">
            <a:extLst xmlns:a="http://schemas.openxmlformats.org/drawingml/2006/main">
              <a:ext uri="{FF2B5EF4-FFF2-40B4-BE49-F238E27FC236}">
                <a16:creationId xmlns:a16="http://schemas.microsoft.com/office/drawing/2014/main" id="{65F2E1D4-493C-4C86-99CD-B0928C24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72892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200">
            <a:extLst xmlns:a="http://schemas.openxmlformats.org/drawingml/2006/main">
              <a:ext uri="{FF2B5EF4-FFF2-40B4-BE49-F238E27FC236}">
                <a16:creationId xmlns:a16="http://schemas.microsoft.com/office/drawing/2014/main" id="{1A27C578-25AE-4AD8-BED2-BF387925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170">
            <a:extLst xmlns:a="http://schemas.openxmlformats.org/drawingml/2006/main">
              <a:ext uri="{FF2B5EF4-FFF2-40B4-BE49-F238E27FC236}">
                <a16:creationId xmlns:a16="http://schemas.microsoft.com/office/drawing/2014/main" id="{FFE85A5E-A3B3-430E-B141-9565F66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Recovery follows authority</a:t>
            </a:r>
          </a:p>
        </p:txBody>
      </p:sp>
      <p:sp>
        <p:nvSpPr>
          <p:cNvPr id="3" name="Text-171">
            <a:extLst xmlns:a="http://schemas.openxmlformats.org/drawingml/2006/main">
              <a:ext uri="{FF2B5EF4-FFF2-40B4-BE49-F238E27FC236}">
                <a16:creationId xmlns:a16="http://schemas.microsoft.com/office/drawing/2014/main" id="{ABD64220-82B4-47D1-981A-BDC8B34C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104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parser can support different policies because the two streams carry different authority.</a:t>
            </a:r>
          </a:p>
        </p:txBody>
      </p:sp>
      <p:sp>
        <p:nvSpPr>
          <p:cNvPr id="4" name="Shape-172">
            <a:extLst xmlns:a="http://schemas.openxmlformats.org/drawingml/2006/main">
              <a:ext uri="{FF2B5EF4-FFF2-40B4-BE49-F238E27FC236}">
                <a16:creationId xmlns:a16="http://schemas.microsoft.com/office/drawing/2014/main" id="{ECDAEFFE-6995-4CFE-9C3E-C8F37648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1277600" cy="1704975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5" name="Shape-173">
            <a:extLst xmlns:a="http://schemas.openxmlformats.org/drawingml/2006/main">
              <a:ext uri="{FF2B5EF4-FFF2-40B4-BE49-F238E27FC236}">
                <a16:creationId xmlns:a16="http://schemas.microsoft.com/office/drawing/2014/main" id="{2330F3B2-24CA-4C54-9CFD-FF0E5ECE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11277600" cy="1704975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DEBE9"/>
          </a:solidFill>
        </p:spPr>
      </p:sp>
      <p:sp>
        <p:nvSpPr>
          <p:cNvPr id="6" name="Text-174">
            <a:extLst xmlns:a="http://schemas.openxmlformats.org/drawingml/2006/main">
              <a:ext uri="{FF2B5EF4-FFF2-40B4-BE49-F238E27FC236}">
                <a16:creationId xmlns:a16="http://schemas.microsoft.com/office/drawing/2014/main" id="{1D9D1ABD-F4A7-4094-ABAD-4A9E2C52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207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BAD STDIN COMMAND</a:t>
            </a:r>
          </a:p>
        </p:txBody>
      </p:sp>
      <p:sp>
        <p:nvSpPr>
          <p:cNvPr id="7" name="Text-175">
            <a:extLst xmlns:a="http://schemas.openxmlformats.org/drawingml/2006/main">
              <a:ext uri="{FF2B5EF4-FFF2-40B4-BE49-F238E27FC236}">
                <a16:creationId xmlns:a16="http://schemas.microsoft.com/office/drawing/2014/main" id="{E618491A-E578-45CD-989F-5011990D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07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BAD STDOUT EVENT</a:t>
            </a:r>
          </a:p>
        </p:txBody>
      </p:sp>
      <p:cxnSp>
        <p:nvCxnSpPr>
          <p:cNvPr id="39" name="Rule-176"/>
          <p:cNvCxnSpPr/>
          <p:nvPr/>
        </p:nvCxnSpPr>
        <p:spPr>
          <a:xfrm xmlns:a="http://schemas.openxmlformats.org/drawingml/2006/main">
            <a:off x="2895600" y="2400300"/>
            <a:ext cx="79629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F5EFF"/>
            </a:solidFill>
            <a:prstDash val="solid"/>
          </a:ln>
        </p:spPr>
      </p:cxnSp>
      <p:cxnSp>
        <p:nvCxnSpPr>
          <p:cNvPr id="40" name="Rule-177"/>
          <p:cNvCxnSpPr/>
          <p:nvPr/>
        </p:nvCxnSpPr>
        <p:spPr>
          <a:xfrm xmlns:a="http://schemas.openxmlformats.org/drawingml/2006/main">
            <a:off x="2895600" y="4343400"/>
            <a:ext cx="79629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3A32"/>
            </a:solidFill>
            <a:prstDash val="solid"/>
          </a:ln>
        </p:spPr>
      </p:cxnSp>
      <p:sp>
        <p:nvSpPr>
          <p:cNvPr id="10" name="Shape-178">
            <a:extLst xmlns:a="http://schemas.openxmlformats.org/drawingml/2006/main">
              <a:ext uri="{FF2B5EF4-FFF2-40B4-BE49-F238E27FC236}">
                <a16:creationId xmlns:a16="http://schemas.microsoft.com/office/drawing/2014/main" id="{3A9709AF-BB77-4952-B9BD-C0C1F9E2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47875"/>
            <a:ext cx="1790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EFF"/>
            </a:solidFill>
            <a:prstDash val="solid"/>
          </a:ln>
        </p:spPr>
      </p:sp>
      <p:sp>
        <p:nvSpPr>
          <p:cNvPr id="11" name="Text-179">
            <a:extLst xmlns:a="http://schemas.openxmlformats.org/drawingml/2006/main">
              <a:ext uri="{FF2B5EF4-FFF2-40B4-BE49-F238E27FC236}">
                <a16:creationId xmlns:a16="http://schemas.microsoft.com/office/drawing/2014/main" id="{C91FE876-7C27-465C-8EE1-3CD15D68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DAE"/>
                </a:solidFill>
                <a:latin typeface="Helvetica Neue"/>
                <a:ea typeface="Helvetica Neue"/>
                <a:cs typeface="Helvetica Neue"/>
              </a:defRPr>
            </a:pPr>
            <a:r>
              <a:t>unsafe bytes</a:t>
            </a:r>
          </a:p>
        </p:txBody>
      </p:sp>
      <p:sp>
        <p:nvSpPr>
          <p:cNvPr id="12" name="Shape-180">
            <a:extLst xmlns:a="http://schemas.openxmlformats.org/drawingml/2006/main">
              <a:ext uri="{FF2B5EF4-FFF2-40B4-BE49-F238E27FC236}">
                <a16:creationId xmlns:a16="http://schemas.microsoft.com/office/drawing/2014/main" id="{A8428FD2-D59C-4CDA-AB17-BE12FA65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1790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EFF"/>
            </a:solidFill>
            <a:prstDash val="solid"/>
          </a:ln>
        </p:spPr>
      </p:sp>
      <p:sp>
        <p:nvSpPr>
          <p:cNvPr id="13" name="Text-181">
            <a:extLst xmlns:a="http://schemas.openxmlformats.org/drawingml/2006/main">
              <a:ext uri="{FF2B5EF4-FFF2-40B4-BE49-F238E27FC236}">
                <a16:creationId xmlns:a16="http://schemas.microsoft.com/office/drawing/2014/main" id="{13ECA59D-B288-4DEE-AF3A-7AACB75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DAE"/>
                </a:solidFill>
                <a:latin typeface="Helvetica Neue"/>
                <a:ea typeface="Helvetica Neue"/>
                <a:cs typeface="Helvetica Neue"/>
              </a:defRPr>
            </a:pPr>
            <a:r>
              <a:t>classify safely</a:t>
            </a:r>
          </a:p>
        </p:txBody>
      </p:sp>
      <p:sp>
        <p:nvSpPr>
          <p:cNvPr id="14" name="Shape-182">
            <a:extLst xmlns:a="http://schemas.openxmlformats.org/drawingml/2006/main">
              <a:ext uri="{FF2B5EF4-FFF2-40B4-BE49-F238E27FC236}">
                <a16:creationId xmlns:a16="http://schemas.microsoft.com/office/drawing/2014/main" id="{14033D10-D172-4EB6-BDF3-9B9D76A5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47875"/>
            <a:ext cx="1790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EFF"/>
            </a:solidFill>
            <a:prstDash val="solid"/>
          </a:ln>
        </p:spPr>
      </p:sp>
      <p:sp>
        <p:nvSpPr>
          <p:cNvPr id="15" name="Text-183">
            <a:extLst xmlns:a="http://schemas.openxmlformats.org/drawingml/2006/main">
              <a:ext uri="{FF2B5EF4-FFF2-40B4-BE49-F238E27FC236}">
                <a16:creationId xmlns:a16="http://schemas.microsoft.com/office/drawing/2014/main" id="{FBD8DD9D-BBDC-47E9-BDA8-79023707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runtime.error</a:t>
            </a:r>
          </a:p>
        </p:txBody>
      </p:sp>
      <p:sp>
        <p:nvSpPr>
          <p:cNvPr id="16" name="Shape-184">
            <a:extLst xmlns:a="http://schemas.openxmlformats.org/drawingml/2006/main">
              <a:ext uri="{FF2B5EF4-FFF2-40B4-BE49-F238E27FC236}">
                <a16:creationId xmlns:a16="http://schemas.microsoft.com/office/drawing/2014/main" id="{291336D3-2E07-4E85-848A-40F26CB6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1790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7" name="Text-185">
            <a:extLst xmlns:a="http://schemas.openxmlformats.org/drawingml/2006/main">
              <a:ext uri="{FF2B5EF4-FFF2-40B4-BE49-F238E27FC236}">
                <a16:creationId xmlns:a16="http://schemas.microsoft.com/office/drawing/2014/main" id="{503AA23D-2ADB-496D-8B4C-07B00FB8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38375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t>resume next LF</a:t>
            </a:r>
          </a:p>
        </p:txBody>
      </p:sp>
      <p:sp>
        <p:nvSpPr>
          <p:cNvPr id="18" name="Shape-186">
            <a:extLst xmlns:a="http://schemas.openxmlformats.org/drawingml/2006/main">
              <a:ext uri="{FF2B5EF4-FFF2-40B4-BE49-F238E27FC236}">
                <a16:creationId xmlns:a16="http://schemas.microsoft.com/office/drawing/2014/main" id="{136D6269-BE1C-466A-9D16-32C63881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90975"/>
            <a:ext cx="1790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19" name="Text-187">
            <a:extLst xmlns:a="http://schemas.openxmlformats.org/drawingml/2006/main">
              <a:ext uri="{FF2B5EF4-FFF2-40B4-BE49-F238E27FC236}">
                <a16:creationId xmlns:a16="http://schemas.microsoft.com/office/drawing/2014/main" id="{AB4640B2-CAD0-4D76-B683-EEB0A8B8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81475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33A32"/>
                </a:solidFill>
                <a:latin typeface="Helvetica Neue"/>
                <a:ea typeface="Helvetica Neue"/>
                <a:cs typeface="Helvetica Neue"/>
              </a:defRPr>
            </a:pPr>
            <a:r>
              <a:t>invalid event</a:t>
            </a:r>
          </a:p>
        </p:txBody>
      </p:sp>
      <p:sp>
        <p:nvSpPr>
          <p:cNvPr id="20" name="Shape-188">
            <a:extLst xmlns:a="http://schemas.openxmlformats.org/drawingml/2006/main">
              <a:ext uri="{FF2B5EF4-FFF2-40B4-BE49-F238E27FC236}">
                <a16:creationId xmlns:a16="http://schemas.microsoft.com/office/drawing/2014/main" id="{26A4D780-9292-4080-8F87-C7CE5603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90975"/>
            <a:ext cx="1790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21" name="Text-189">
            <a:extLst xmlns:a="http://schemas.openxmlformats.org/drawingml/2006/main">
              <a:ext uri="{FF2B5EF4-FFF2-40B4-BE49-F238E27FC236}">
                <a16:creationId xmlns:a16="http://schemas.microsoft.com/office/drawing/2014/main" id="{3A39FA1E-320B-4133-BFBA-2AEB4918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81475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protocol-failed</a:t>
            </a:r>
          </a:p>
        </p:txBody>
      </p:sp>
      <p:sp>
        <p:nvSpPr>
          <p:cNvPr id="22" name="Shape-190">
            <a:extLst xmlns:a="http://schemas.openxmlformats.org/drawingml/2006/main">
              <a:ext uri="{FF2B5EF4-FFF2-40B4-BE49-F238E27FC236}">
                <a16:creationId xmlns:a16="http://schemas.microsoft.com/office/drawing/2014/main" id="{347933F3-AB75-4F15-83CA-A644F29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90975"/>
            <a:ext cx="1790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23" name="Text-191">
            <a:extLst xmlns:a="http://schemas.openxmlformats.org/drawingml/2006/main">
              <a:ext uri="{FF2B5EF4-FFF2-40B4-BE49-F238E27FC236}">
                <a16:creationId xmlns:a16="http://schemas.microsoft.com/office/drawing/2014/main" id="{EC1DEC30-BA1F-48BB-A66D-C0283B7B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81475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33A32"/>
                </a:solidFill>
                <a:latin typeface="Helvetica Neue"/>
                <a:ea typeface="Helvetica Neue"/>
                <a:cs typeface="Helvetica Neue"/>
              </a:defRPr>
            </a:pPr>
            <a:r>
              <a:t>close command input</a:t>
            </a:r>
          </a:p>
        </p:txBody>
      </p:sp>
      <p:sp>
        <p:nvSpPr>
          <p:cNvPr id="24" name="Shape-192">
            <a:extLst xmlns:a="http://schemas.openxmlformats.org/drawingml/2006/main">
              <a:ext uri="{FF2B5EF4-FFF2-40B4-BE49-F238E27FC236}">
                <a16:creationId xmlns:a16="http://schemas.microsoft.com/office/drawing/2014/main" id="{D4DA9BB4-ECA3-41CF-85DD-46AF087D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90975"/>
            <a:ext cx="1790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25" name="Text-193">
            <a:extLst xmlns:a="http://schemas.openxmlformats.org/drawingml/2006/main">
              <a:ext uri="{FF2B5EF4-FFF2-40B4-BE49-F238E27FC236}">
                <a16:creationId xmlns:a16="http://schemas.microsoft.com/office/drawing/2014/main" id="{9EED9A16-C603-4874-B78C-027F7445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81475"/>
            <a:ext cx="156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33A32"/>
                </a:solidFill>
                <a:latin typeface="Helvetica Neue"/>
                <a:ea typeface="Helvetica Neue"/>
                <a:cs typeface="Helvetica Neue"/>
              </a:defRPr>
            </a:pPr>
            <a:r>
              <a:t>never guess</a:t>
            </a:r>
          </a:p>
        </p:txBody>
      </p:sp>
      <p:sp>
        <p:nvSpPr>
          <p:cNvPr id="26" name="Text-194">
            <a:extLst xmlns:a="http://schemas.openxmlformats.org/drawingml/2006/main">
              <a:ext uri="{FF2B5EF4-FFF2-40B4-BE49-F238E27FC236}">
                <a16:creationId xmlns:a16="http://schemas.microsoft.com/office/drawing/2014/main" id="{1A925C06-5156-4032-8466-0DB64ED0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t>recoverable</a:t>
            </a:r>
          </a:p>
        </p:txBody>
      </p:sp>
      <p:sp>
        <p:nvSpPr>
          <p:cNvPr id="27" name="Text-195">
            <a:extLst xmlns:a="http://schemas.openxmlformats.org/drawingml/2006/main">
              <a:ext uri="{FF2B5EF4-FFF2-40B4-BE49-F238E27FC236}">
                <a16:creationId xmlns:a16="http://schemas.microsoft.com/office/drawing/2014/main" id="{C355B053-0432-45C1-B3E4-84DDCFB0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33A32"/>
                </a:solidFill>
                <a:latin typeface="Helvetica Neue"/>
                <a:ea typeface="Helvetica Neue"/>
                <a:cs typeface="Helvetica Neue"/>
              </a:defRPr>
            </a:pPr>
            <a:r>
              <a:t>fail closed</a:t>
            </a:r>
          </a:p>
        </p:txBody>
      </p:sp>
      <p:sp>
        <p:nvSpPr>
          <p:cNvPr id="28" name="Text-196">
            <a:extLst xmlns:a="http://schemas.openxmlformats.org/drawingml/2006/main">
              <a:ext uri="{FF2B5EF4-FFF2-40B4-BE49-F238E27FC236}">
                <a16:creationId xmlns:a16="http://schemas.microsoft.com/office/drawing/2014/main" id="{7E9E2735-7611-4069-BEB2-E48D1ED5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95925"/>
            <a:ext cx="11277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Recovery is a policy decision, not a parser feature.</a:t>
            </a:r>
          </a:p>
        </p:txBody>
      </p:sp>
      <p:cxnSp>
        <p:nvCxnSpPr>
          <p:cNvPr id="60" name="Rule-197"/>
          <p:cNvCxnSpPr/>
          <p:nvPr/>
        </p:nvCxnSpPr>
        <p:spPr>
          <a:xfrm xmlns:a="http://schemas.openxmlformats.org/drawingml/2006/main">
            <a:off x="457200" y="62198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30" name="Text-198">
            <a:extLst xmlns:a="http://schemas.openxmlformats.org/drawingml/2006/main">
              <a:ext uri="{FF2B5EF4-FFF2-40B4-BE49-F238E27FC236}">
                <a16:creationId xmlns:a16="http://schemas.microsoft.com/office/drawing/2014/main" id="{F98E4785-058E-4760-9B1C-36A2B15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Python owns command interpretation · TUI trusts validated ordered events</a:t>
            </a:r>
          </a:p>
        </p:txBody>
      </p:sp>
      <p:sp>
        <p:nvSpPr>
          <p:cNvPr id="31" name="Text-199">
            <a:extLst xmlns:a="http://schemas.openxmlformats.org/drawingml/2006/main">
              <a:ext uri="{FF2B5EF4-FFF2-40B4-BE49-F238E27FC236}">
                <a16:creationId xmlns:a16="http://schemas.microsoft.com/office/drawing/2014/main" id="{8A20470A-1654-4746-9928-14D8B3E5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95945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236">
            <a:extLst xmlns:a="http://schemas.openxmlformats.org/drawingml/2006/main">
              <a:ext uri="{FF2B5EF4-FFF2-40B4-BE49-F238E27FC236}">
                <a16:creationId xmlns:a16="http://schemas.microsoft.com/office/drawing/2014/main" id="{0A512265-6A61-4877-BB69-DE1685B1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201">
            <a:extLst xmlns:a="http://schemas.openxmlformats.org/drawingml/2006/main">
              <a:ext uri="{FF2B5EF4-FFF2-40B4-BE49-F238E27FC236}">
                <a16:creationId xmlns:a16="http://schemas.microsoft.com/office/drawing/2014/main" id="{A34D0C77-0C18-49D6-8BA8-6B9ECDCF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Proof: valid survives invalid</a:t>
            </a:r>
          </a:p>
        </p:txBody>
      </p:sp>
      <p:cxnSp>
        <p:nvCxnSpPr>
          <p:cNvPr id="39" name="Rule-202"/>
          <p:cNvCxnSpPr/>
          <p:nvPr/>
        </p:nvCxnSpPr>
        <p:spPr>
          <a:xfrm xmlns:a="http://schemas.openxmlformats.org/drawingml/2006/main">
            <a:off x="685800" y="2000250"/>
            <a:ext cx="10763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sp>
        <p:nvSpPr>
          <p:cNvPr id="4" name="Shape-203">
            <a:extLst xmlns:a="http://schemas.openxmlformats.org/drawingml/2006/main">
              <a:ext uri="{FF2B5EF4-FFF2-40B4-BE49-F238E27FC236}">
                <a16:creationId xmlns:a16="http://schemas.microsoft.com/office/drawing/2014/main" id="{46342596-3427-4284-93B8-EEEAD470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65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BE9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5" name="Text-204">
            <a:extLst xmlns:a="http://schemas.openxmlformats.org/drawingml/2006/main">
              <a:ext uri="{FF2B5EF4-FFF2-40B4-BE49-F238E27FC236}">
                <a16:creationId xmlns:a16="http://schemas.microsoft.com/office/drawing/2014/main" id="{16EF3E9C-9308-47BB-A8CD-11ED7FFB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malformed</a:t>
            </a:r>
          </a:p>
        </p:txBody>
      </p:sp>
      <p:sp>
        <p:nvSpPr>
          <p:cNvPr id="6" name="Shape-205">
            <a:extLst xmlns:a="http://schemas.openxmlformats.org/drawingml/2006/main">
              <a:ext uri="{FF2B5EF4-FFF2-40B4-BE49-F238E27FC236}">
                <a16:creationId xmlns:a16="http://schemas.microsoft.com/office/drawing/2014/main" id="{AF393EE8-E875-4CF0-B385-7EB2980D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57350"/>
            <a:ext cx="165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BE9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7" name="Text-206">
            <a:extLst xmlns:a="http://schemas.openxmlformats.org/drawingml/2006/main">
              <a:ext uri="{FF2B5EF4-FFF2-40B4-BE49-F238E27FC236}">
                <a16:creationId xmlns:a16="http://schemas.microsoft.com/office/drawing/2014/main" id="{36A99F6E-555C-4ACF-89F8-900FA187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57375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wrong version</a:t>
            </a:r>
          </a:p>
        </p:txBody>
      </p:sp>
      <p:sp>
        <p:nvSpPr>
          <p:cNvPr id="8" name="Shape-207">
            <a:extLst xmlns:a="http://schemas.openxmlformats.org/drawingml/2006/main">
              <a:ext uri="{FF2B5EF4-FFF2-40B4-BE49-F238E27FC236}">
                <a16:creationId xmlns:a16="http://schemas.microsoft.com/office/drawing/2014/main" id="{814F31A6-AAAB-49E4-9F07-3A9BFE61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165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BE9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9" name="Text-208">
            <a:extLst xmlns:a="http://schemas.openxmlformats.org/drawingml/2006/main">
              <a:ext uri="{FF2B5EF4-FFF2-40B4-BE49-F238E27FC236}">
                <a16:creationId xmlns:a16="http://schemas.microsoft.com/office/drawing/2014/main" id="{2409AAD4-2EF6-4861-A1C9-08B8A02D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57375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unknown type</a:t>
            </a:r>
          </a:p>
        </p:txBody>
      </p:sp>
      <p:sp>
        <p:nvSpPr>
          <p:cNvPr id="10" name="Shape-209">
            <a:extLst xmlns:a="http://schemas.openxmlformats.org/drawingml/2006/main">
              <a:ext uri="{FF2B5EF4-FFF2-40B4-BE49-F238E27FC236}">
                <a16:creationId xmlns:a16="http://schemas.microsoft.com/office/drawing/2014/main" id="{8677767A-653D-4207-9A5C-7D4AB75E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165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BE9"/>
          </a:solidFill>
          <a:ln xmlns:a="http://schemas.openxmlformats.org/drawingml/2006/main" w="9525">
            <a:solidFill>
              <a:srgbClr val="C33A32"/>
            </a:solidFill>
            <a:prstDash val="solid"/>
          </a:ln>
        </p:spPr>
      </p:sp>
      <p:sp>
        <p:nvSpPr>
          <p:cNvPr id="11" name="Text-210">
            <a:extLst xmlns:a="http://schemas.openxmlformats.org/drawingml/2006/main">
              <a:ext uri="{FF2B5EF4-FFF2-40B4-BE49-F238E27FC236}">
                <a16:creationId xmlns:a16="http://schemas.microsoft.com/office/drawing/2014/main" id="{7E078AAE-D211-48B4-B548-A6AD86AA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57375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33A32"/>
                </a:solidFill>
                <a:latin typeface="Courier New"/>
                <a:ea typeface="Courier New"/>
                <a:cs typeface="Courier New"/>
              </a:defRPr>
            </a:pPr>
            <a:r>
              <a:t>bad payload</a:t>
            </a:r>
          </a:p>
        </p:txBody>
      </p:sp>
      <p:sp>
        <p:nvSpPr>
          <p:cNvPr id="12" name="Shape-211">
            <a:extLst xmlns:a="http://schemas.openxmlformats.org/drawingml/2006/main">
              <a:ext uri="{FF2B5EF4-FFF2-40B4-BE49-F238E27FC236}">
                <a16:creationId xmlns:a16="http://schemas.microsoft.com/office/drawing/2014/main" id="{4896D5B8-9963-4BF3-A4D8-5A26E9E1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165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123DAE"/>
            </a:solidFill>
            <a:prstDash val="solid"/>
          </a:ln>
        </p:spPr>
      </p:sp>
      <p:sp>
        <p:nvSpPr>
          <p:cNvPr id="13" name="Text-212">
            <a:extLst xmlns:a="http://schemas.openxmlformats.org/drawingml/2006/main">
              <a:ext uri="{FF2B5EF4-FFF2-40B4-BE49-F238E27FC236}">
                <a16:creationId xmlns:a16="http://schemas.microsoft.com/office/drawing/2014/main" id="{30F77D37-D350-4F65-931C-DDF7EAD2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initialize</a:t>
            </a:r>
          </a:p>
        </p:txBody>
      </p:sp>
      <p:sp>
        <p:nvSpPr>
          <p:cNvPr id="14" name="Shape-213">
            <a:extLst xmlns:a="http://schemas.openxmlformats.org/drawingml/2006/main">
              <a:ext uri="{FF2B5EF4-FFF2-40B4-BE49-F238E27FC236}">
                <a16:creationId xmlns:a16="http://schemas.microsoft.com/office/drawing/2014/main" id="{7708BD35-52ED-4362-9865-F291E491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57350"/>
            <a:ext cx="1657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5ED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5" name="Text-214">
            <a:extLst xmlns:a="http://schemas.openxmlformats.org/drawingml/2006/main">
              <a:ext uri="{FF2B5EF4-FFF2-40B4-BE49-F238E27FC236}">
                <a16:creationId xmlns:a16="http://schemas.microsoft.com/office/drawing/2014/main" id="{98CA2269-C4C1-49E0-AD4B-EF3D38D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57375"/>
            <a:ext cx="1466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794E"/>
                </a:solidFill>
                <a:latin typeface="Courier New"/>
                <a:ea typeface="Courier New"/>
                <a:cs typeface="Courier New"/>
              </a:defRPr>
            </a:pPr>
            <a:r>
              <a:t>READY</a:t>
            </a:r>
          </a:p>
        </p:txBody>
      </p:sp>
      <p:sp>
        <p:nvSpPr>
          <p:cNvPr id="16" name="Shape-215">
            <a:extLst xmlns:a="http://schemas.openxmlformats.org/drawingml/2006/main">
              <a:ext uri="{FF2B5EF4-FFF2-40B4-BE49-F238E27FC236}">
                <a16:creationId xmlns:a16="http://schemas.microsoft.com/office/drawing/2014/main" id="{044DF3EA-5544-47CD-9428-BB6C45D9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4671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17" name="Text-216">
            <a:extLst xmlns:a="http://schemas.openxmlformats.org/drawingml/2006/main">
              <a:ext uri="{FF2B5EF4-FFF2-40B4-BE49-F238E27FC236}">
                <a16:creationId xmlns:a16="http://schemas.microsoft.com/office/drawing/2014/main" id="{8AD719BA-9EC0-4D85-A95B-FF083220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009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12 + 12</a:t>
            </a:r>
          </a:p>
        </p:txBody>
      </p:sp>
      <p:sp>
        <p:nvSpPr>
          <p:cNvPr id="18" name="Text-217">
            <a:extLst xmlns:a="http://schemas.openxmlformats.org/drawingml/2006/main">
              <a:ext uri="{FF2B5EF4-FFF2-40B4-BE49-F238E27FC236}">
                <a16:creationId xmlns:a16="http://schemas.microsoft.com/office/drawing/2014/main" id="{F8F21D33-678C-454E-8B8C-6AE0110E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shared fixtures</a:t>
            </a:r>
          </a:p>
        </p:txBody>
      </p:sp>
      <p:sp>
        <p:nvSpPr>
          <p:cNvPr id="19" name="Text-218">
            <a:extLst xmlns:a="http://schemas.openxmlformats.org/drawingml/2006/main">
              <a:ext uri="{FF2B5EF4-FFF2-40B4-BE49-F238E27FC236}">
                <a16:creationId xmlns:a16="http://schemas.microsoft.com/office/drawing/2014/main" id="{047CC9EF-DDE0-4AF3-A182-CB00CB44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009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valid + invalid in both languages</a:t>
            </a:r>
          </a:p>
        </p:txBody>
      </p:sp>
      <p:sp>
        <p:nvSpPr>
          <p:cNvPr id="20" name="Shape-219">
            <a:extLst xmlns:a="http://schemas.openxmlformats.org/drawingml/2006/main">
              <a:ext uri="{FF2B5EF4-FFF2-40B4-BE49-F238E27FC236}">
                <a16:creationId xmlns:a16="http://schemas.microsoft.com/office/drawing/2014/main" id="{8E5D11A9-1310-47AF-8662-9E37F202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34671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21" name="Text-220">
            <a:extLst xmlns:a="http://schemas.openxmlformats.org/drawingml/2006/main">
              <a:ext uri="{FF2B5EF4-FFF2-40B4-BE49-F238E27FC236}">
                <a16:creationId xmlns:a16="http://schemas.microsoft.com/office/drawing/2014/main" id="{6F4CE75C-1551-4EE2-AA1F-703370CC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24200"/>
            <a:ext cx="3009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1 → 50</a:t>
            </a:r>
          </a:p>
        </p:txBody>
      </p:sp>
      <p:sp>
        <p:nvSpPr>
          <p:cNvPr id="22" name="Text-221">
            <a:extLst xmlns:a="http://schemas.openxmlformats.org/drawingml/2006/main">
              <a:ext uri="{FF2B5EF4-FFF2-40B4-BE49-F238E27FC236}">
                <a16:creationId xmlns:a16="http://schemas.microsoft.com/office/drawing/2014/main" id="{51F3FB9B-095C-4795-8ADB-BC7EAF45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57625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ordered events</a:t>
            </a:r>
          </a:p>
        </p:txBody>
      </p:sp>
      <p:sp>
        <p:nvSpPr>
          <p:cNvPr id="23" name="Text-222">
            <a:extLst xmlns:a="http://schemas.openxmlformats.org/drawingml/2006/main">
              <a:ext uri="{FF2B5EF4-FFF2-40B4-BE49-F238E27FC236}">
                <a16:creationId xmlns:a16="http://schemas.microsoft.com/office/drawing/2014/main" id="{C78A0532-2FD4-4FFC-8C6C-798E4F86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33875"/>
            <a:ext cx="3009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concurrent writes serialize exactly</a:t>
            </a:r>
          </a:p>
        </p:txBody>
      </p:sp>
      <p:sp>
        <p:nvSpPr>
          <p:cNvPr id="24" name="Shape-223">
            <a:extLst xmlns:a="http://schemas.openxmlformats.org/drawingml/2006/main">
              <a:ext uri="{FF2B5EF4-FFF2-40B4-BE49-F238E27FC236}">
                <a16:creationId xmlns:a16="http://schemas.microsoft.com/office/drawing/2014/main" id="{958C30D8-9C64-4A35-97AB-838E1FF5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4671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25" name="Text-224">
            <a:extLst xmlns:a="http://schemas.openxmlformats.org/drawingml/2006/main">
              <a:ext uri="{FF2B5EF4-FFF2-40B4-BE49-F238E27FC236}">
                <a16:creationId xmlns:a16="http://schemas.microsoft.com/office/drawing/2014/main" id="{866FC9C0-CE8A-4B00-A5AD-66BF0D49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3009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120 / 119</a:t>
            </a:r>
          </a:p>
        </p:txBody>
      </p:sp>
      <p:sp>
        <p:nvSpPr>
          <p:cNvPr id="26" name="Text-225">
            <a:extLst xmlns:a="http://schemas.openxmlformats.org/drawingml/2006/main">
              <a:ext uri="{FF2B5EF4-FFF2-40B4-BE49-F238E27FC236}">
                <a16:creationId xmlns:a16="http://schemas.microsoft.com/office/drawing/2014/main" id="{B5BE98A6-6C87-4F6B-8D0C-AEC469BF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Python / TUI tests</a:t>
            </a:r>
          </a:p>
        </p:txBody>
      </p:sp>
      <p:sp>
        <p:nvSpPr>
          <p:cNvPr id="27" name="Text-226">
            <a:extLst xmlns:a="http://schemas.openxmlformats.org/drawingml/2006/main">
              <a:ext uri="{FF2B5EF4-FFF2-40B4-BE49-F238E27FC236}">
                <a16:creationId xmlns:a16="http://schemas.microsoft.com/office/drawing/2014/main" id="{0B8D25B4-D94F-443B-8EB1-DCDDC8F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33875"/>
            <a:ext cx="3009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all non-live checks pass</a:t>
            </a:r>
          </a:p>
        </p:txBody>
      </p:sp>
      <p:sp>
        <p:nvSpPr>
          <p:cNvPr id="28" name="Shape-227">
            <a:extLst xmlns:a="http://schemas.openxmlformats.org/drawingml/2006/main">
              <a:ext uri="{FF2B5EF4-FFF2-40B4-BE49-F238E27FC236}">
                <a16:creationId xmlns:a16="http://schemas.microsoft.com/office/drawing/2014/main" id="{6897AECA-556F-4957-9B63-7342D922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29" name="Text-228">
            <a:extLst xmlns:a="http://schemas.openxmlformats.org/drawingml/2006/main">
              <a:ext uri="{FF2B5EF4-FFF2-40B4-BE49-F238E27FC236}">
                <a16:creationId xmlns:a16="http://schemas.microsoft.com/office/drawing/2014/main" id="{64CB0068-5909-4BF3-87E2-849A4423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raw input absent</a:t>
            </a:r>
          </a:p>
        </p:txBody>
      </p:sp>
      <p:sp>
        <p:nvSpPr>
          <p:cNvPr id="30" name="Shape-229">
            <a:extLst xmlns:a="http://schemas.openxmlformats.org/drawingml/2006/main">
              <a:ext uri="{FF2B5EF4-FFF2-40B4-BE49-F238E27FC236}">
                <a16:creationId xmlns:a16="http://schemas.microsoft.com/office/drawing/2014/main" id="{9C44A831-9E27-4ECE-A41E-ADC969A9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14950"/>
            <a:ext cx="476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31" name="Text-230">
            <a:extLst xmlns:a="http://schemas.openxmlformats.org/drawingml/2006/main">
              <a:ext uri="{FF2B5EF4-FFF2-40B4-BE49-F238E27FC236}">
                <a16:creationId xmlns:a16="http://schemas.microsoft.com/office/drawing/2014/main" id="{5C04E892-20CF-467E-89A4-1573229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91150"/>
            <a:ext cx="453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D12"/>
                </a:solidFill>
                <a:latin typeface="Courier New"/>
                <a:ea typeface="Courier New"/>
                <a:cs typeface="Courier New"/>
              </a:defRPr>
            </a:pPr>
            <a:r>
              <a:t>every stdout line remains valid v1 NDJSON</a:t>
            </a:r>
          </a:p>
        </p:txBody>
      </p:sp>
      <p:sp>
        <p:nvSpPr>
          <p:cNvPr id="32" name="Shape-231">
            <a:extLst xmlns:a="http://schemas.openxmlformats.org/drawingml/2006/main">
              <a:ext uri="{FF2B5EF4-FFF2-40B4-BE49-F238E27FC236}">
                <a16:creationId xmlns:a16="http://schemas.microsoft.com/office/drawing/2014/main" id="{CB6964ED-CE27-4EDD-95C8-0131F611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14950"/>
            <a:ext cx="35814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3F5F8"/>
          </a:solidFill>
        </p:spPr>
      </p:sp>
      <p:sp>
        <p:nvSpPr>
          <p:cNvPr id="33" name="Text-232">
            <a:extLst xmlns:a="http://schemas.openxmlformats.org/drawingml/2006/main">
              <a:ext uri="{FF2B5EF4-FFF2-40B4-BE49-F238E27FC236}">
                <a16:creationId xmlns:a16="http://schemas.microsoft.com/office/drawing/2014/main" id="{F07ABC1B-80D6-4007-9328-09241CD2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91150"/>
            <a:ext cx="335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failed sink consumes no sequence</a:t>
            </a:r>
          </a:p>
        </p:txBody>
      </p:sp>
      <p:cxnSp>
        <p:nvCxnSpPr>
          <p:cNvPr id="70" name="Rule-233"/>
          <p:cNvCxnSpPr/>
          <p:nvPr/>
        </p:nvCxnSpPr>
        <p:spPr>
          <a:xfrm xmlns:a="http://schemas.openxmlformats.org/drawingml/2006/main">
            <a:off x="457200" y="62198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35" name="Text-234">
            <a:extLst xmlns:a="http://schemas.openxmlformats.org/drawingml/2006/main">
              <a:ext uri="{FF2B5EF4-FFF2-40B4-BE49-F238E27FC236}">
                <a16:creationId xmlns:a16="http://schemas.microsoft.com/office/drawing/2014/main" id="{B0069FFD-F67E-4D84-AD8A-AADE65D7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protocol/fixtures · tests/test_protocol_* · tui/test/protocol*.test.ts</a:t>
            </a:r>
          </a:p>
        </p:txBody>
      </p:sp>
      <p:sp>
        <p:nvSpPr>
          <p:cNvPr id="36" name="Text-235">
            <a:extLst xmlns:a="http://schemas.openxmlformats.org/drawingml/2006/main">
              <a:ext uri="{FF2B5EF4-FFF2-40B4-BE49-F238E27FC236}">
                <a16:creationId xmlns:a16="http://schemas.microsoft.com/office/drawing/2014/main" id="{A5C622BB-7604-4480-8215-EDA2DFAB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49855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hape-249">
            <a:extLst xmlns:a="http://schemas.openxmlformats.org/drawingml/2006/main">
              <a:ext uri="{FF2B5EF4-FFF2-40B4-BE49-F238E27FC236}">
                <a16:creationId xmlns:a16="http://schemas.microsoft.com/office/drawing/2014/main" id="{62044013-8780-4228-A184-AD5A05C1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237">
            <a:extLst xmlns:a="http://schemas.openxmlformats.org/drawingml/2006/main">
              <a:ext uri="{FF2B5EF4-FFF2-40B4-BE49-F238E27FC236}">
                <a16:creationId xmlns:a16="http://schemas.microsoft.com/office/drawing/2014/main" id="{DC0B95B2-F59C-444D-8AB1-8EB1196A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FF"/>
                </a:solidFill>
                <a:latin typeface="Helvetica Neue"/>
                <a:ea typeface="Helvetica Neue"/>
                <a:cs typeface="Helvetica Neue"/>
              </a:defRPr>
            </a:pPr>
            <a:r>
              <a:t>DELIVERED + NEXT</a:t>
            </a:r>
          </a:p>
        </p:txBody>
      </p:sp>
      <p:sp>
        <p:nvSpPr>
          <p:cNvPr id="3" name="Text-238">
            <a:extLst xmlns:a="http://schemas.openxmlformats.org/drawingml/2006/main">
              <a:ext uri="{FF2B5EF4-FFF2-40B4-BE49-F238E27FC236}">
                <a16:creationId xmlns:a16="http://schemas.microsoft.com/office/drawing/2014/main" id="{06F70267-B7A1-43B2-B415-47526DF4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12776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The contract unlocks streaming</a:t>
            </a:r>
          </a:p>
        </p:txBody>
      </p:sp>
      <p:cxnSp>
        <p:nvCxnSpPr>
          <p:cNvPr id="17" name="Rule-239"/>
          <p:cNvCxnSpPr/>
          <p:nvPr/>
        </p:nvCxnSpPr>
        <p:spPr>
          <a:xfrm xmlns:a="http://schemas.openxmlformats.org/drawingml/2006/main">
            <a:off x="457200" y="2038350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12"/>
            </a:solidFill>
            <a:prstDash val="solid"/>
          </a:ln>
        </p:spPr>
      </p:cxnSp>
      <p:sp>
        <p:nvSpPr>
          <p:cNvPr id="5" name="Text-240">
            <a:extLst xmlns:a="http://schemas.openxmlformats.org/drawingml/2006/main">
              <a:ext uri="{FF2B5EF4-FFF2-40B4-BE49-F238E27FC236}">
                <a16:creationId xmlns:a16="http://schemas.microsoft.com/office/drawing/2014/main" id="{B68D47E9-10F8-4786-9564-949B230B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SHIPPED IN CAH-004</a:t>
            </a:r>
          </a:p>
        </p:txBody>
      </p:sp>
      <p:sp>
        <p:nvSpPr>
          <p:cNvPr id="6" name="Text-241">
            <a:extLst xmlns:a="http://schemas.openxmlformats.org/drawingml/2006/main">
              <a:ext uri="{FF2B5EF4-FFF2-40B4-BE49-F238E27FC236}">
                <a16:creationId xmlns:a16="http://schemas.microsoft.com/office/drawing/2014/main" id="{0449D0FD-FA9D-421A-BED6-B07F635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8925"/>
            <a:ext cx="495300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4 commands · 8 events
Pydantic + Zod
Bounded framing · ordered writes
Correlated readiness · graceful shutdown</a:t>
            </a:r>
          </a:p>
        </p:txBody>
      </p:sp>
      <p:sp>
        <p:nvSpPr>
          <p:cNvPr id="7" name="Shape-242">
            <a:extLst xmlns:a="http://schemas.openxmlformats.org/drawingml/2006/main">
              <a:ext uri="{FF2B5EF4-FFF2-40B4-BE49-F238E27FC236}">
                <a16:creationId xmlns:a16="http://schemas.microsoft.com/office/drawing/2014/main" id="{B87C8A29-78E5-4F80-97D6-1844FE09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62200"/>
            <a:ext cx="5781675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AF0FF"/>
          </a:solidFill>
        </p:spPr>
      </p:sp>
      <p:sp>
        <p:nvSpPr>
          <p:cNvPr id="8" name="Text-243">
            <a:extLst xmlns:a="http://schemas.openxmlformats.org/drawingml/2006/main">
              <a:ext uri="{FF2B5EF4-FFF2-40B4-BE49-F238E27FC236}">
                <a16:creationId xmlns:a16="http://schemas.microsoft.com/office/drawing/2014/main" id="{C9B046FF-B3CB-4FE5-A5CE-5803C2B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90800"/>
            <a:ext cx="51911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EFF"/>
                </a:solidFill>
                <a:latin typeface="Courier New"/>
                <a:ea typeface="Courier New"/>
                <a:cs typeface="Courier New"/>
              </a:defRPr>
            </a:pPr>
            <a:r>
              <a:t>NEXT · CAH-005 MOCK STREAMING</a:t>
            </a:r>
          </a:p>
        </p:txBody>
      </p:sp>
      <p:sp>
        <p:nvSpPr>
          <p:cNvPr id="9" name="Text-244">
            <a:extLst xmlns:a="http://schemas.openxmlformats.org/drawingml/2006/main">
              <a:ext uri="{FF2B5EF4-FFF2-40B4-BE49-F238E27FC236}">
                <a16:creationId xmlns:a16="http://schemas.microsoft.com/office/drawing/2014/main" id="{16237D99-8DB5-472C-B88A-5253D1E0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5191125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3DAE"/>
                </a:solidFill>
                <a:latin typeface="Courier New"/>
                <a:ea typeface="Courier New"/>
                <a:cs typeface="Courier New"/>
              </a:defRPr>
            </a:pPr>
            <a:r>
              <a:t>session.started
assistant.delta
assistant.completed
session.completed</a:t>
            </a:r>
          </a:p>
        </p:txBody>
      </p:sp>
      <p:sp>
        <p:nvSpPr>
          <p:cNvPr id="10" name="Text-245">
            <a:extLst xmlns:a="http://schemas.openxmlformats.org/drawingml/2006/main">
              <a:ext uri="{FF2B5EF4-FFF2-40B4-BE49-F238E27FC236}">
                <a16:creationId xmlns:a16="http://schemas.microsoft.com/office/drawing/2014/main" id="{D4ADED7D-4677-4EE8-9882-735654B7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112776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Helvetica Neue"/>
                <a:ea typeface="Helvetica Neue"/>
                <a:cs typeface="Helvetica Neue"/>
              </a:defRPr>
            </a:pPr>
            <a:r>
              <a:t>Frame every line. Validate every message. Order by sequence. Fail according to authority.</a:t>
            </a:r>
          </a:p>
        </p:txBody>
      </p:sp>
      <p:cxnSp>
        <p:nvCxnSpPr>
          <p:cNvPr id="24" name="Rule-246"/>
          <p:cNvCxnSpPr/>
          <p:nvPr/>
        </p:nvCxnSpPr>
        <p:spPr>
          <a:xfrm xmlns:a="http://schemas.openxmlformats.org/drawingml/2006/main">
            <a:off x="457200" y="6219825"/>
            <a:ext cx="11277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12" name="Text-247">
            <a:extLst xmlns:a="http://schemas.openxmlformats.org/drawingml/2006/main">
              <a:ext uri="{FF2B5EF4-FFF2-40B4-BE49-F238E27FC236}">
                <a16:creationId xmlns:a16="http://schemas.microsoft.com/office/drawing/2014/main" id="{A5F93F8E-E9B0-4973-A528-E960CB89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Courier New"/>
                <a:ea typeface="Courier New"/>
                <a:cs typeface="Courier New"/>
              </a:defRPr>
            </a:pPr>
            <a:r>
              <a:t>CAH-004 Done · lesson Verified against implementation · CAH-005 dependency-ready</a:t>
            </a:r>
          </a:p>
        </p:txBody>
      </p:sp>
      <p:sp>
        <p:nvSpPr>
          <p:cNvPr id="13" name="Text-248">
            <a:extLst xmlns:a="http://schemas.openxmlformats.org/drawingml/2006/main">
              <a:ext uri="{FF2B5EF4-FFF2-40B4-BE49-F238E27FC236}">
                <a16:creationId xmlns:a16="http://schemas.microsoft.com/office/drawing/2014/main" id="{54E29107-174D-41E7-B1B7-EB9B3CBB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90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883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2026-07-16T14:04:59.6940000Z</dcterms:created>
  <dcterms:modified xsi:type="dcterms:W3CDTF">2026-07-16T14:04:59.6940000Z</dcterms:modified>
</coreProperties>
</file>