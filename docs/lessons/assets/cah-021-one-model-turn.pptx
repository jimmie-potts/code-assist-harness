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9b2c56dcbe4fd4" /><Relationship Type="http://schemas.openxmlformats.org/officeDocument/2006/relationships/extended-properties" Target="/docProps/app.xml" Id="Rdec7ed8728bd4e30" /><Relationship Type="http://schemas.openxmlformats.org/officeDocument/2006/relationships/officeDocument" Target="/ppt/presentation.xml" Id="R514da73b5f2a45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6a4c18af444bd5"/>
  </p:sldMasterIdLst>
  <p:notesMasterIdLst>
    <p:notesMasterId xmlns:r="http://schemas.openxmlformats.org/officeDocument/2006/relationships" r:id="Rffe6ddcb3d15446e"/>
  </p:notesMasterIdLst>
  <p:sldIdLst>
    <p:sldId xmlns:r="http://schemas.openxmlformats.org/officeDocument/2006/relationships" id="256" r:id="Rb8de7bedaa4749ea"/>
    <p:sldId xmlns:r="http://schemas.openxmlformats.org/officeDocument/2006/relationships" id="257" r:id="Rc633089a9f4c4b40"/>
    <p:sldId xmlns:r="http://schemas.openxmlformats.org/officeDocument/2006/relationships" id="258" r:id="Rcff43ffdcd874b39"/>
    <p:sldId xmlns:r="http://schemas.openxmlformats.org/officeDocument/2006/relationships" id="259" r:id="R3e79cc851793482c"/>
    <p:sldId xmlns:r="http://schemas.openxmlformats.org/officeDocument/2006/relationships" id="260" r:id="Re15764585dfe4869"/>
    <p:sldId xmlns:r="http://schemas.openxmlformats.org/officeDocument/2006/relationships" id="261" r:id="R6b698f87e3e2481d"/>
    <p:sldId xmlns:r="http://schemas.openxmlformats.org/officeDocument/2006/relationships" id="262" r:id="R62a88c0c79ce4ad0"/>
    <p:sldId xmlns:r="http://schemas.openxmlformats.org/officeDocument/2006/relationships" id="263" r:id="R14579cb83f244e8f"/>
    <p:sldId xmlns:r="http://schemas.openxmlformats.org/officeDocument/2006/relationships" id="264" r:id="Raacd79f101d04e06"/>
    <p:sldId xmlns:r="http://schemas.openxmlformats.org/officeDocument/2006/relationships" id="265" r:id="Rfe859b4c91e04a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ff79c1af7146c2" /><Relationship Type="http://schemas.openxmlformats.org/officeDocument/2006/relationships/slideMaster" Target="/ppt/slideMasters/slideMaster1.xml" Id="R0a6a4c18af444bd5" /><Relationship Type="http://schemas.openxmlformats.org/officeDocument/2006/relationships/notesMaster" Target="/ppt/notesMasters/notesMaster1.xml" Id="Rffe6ddcb3d15446e" /><Relationship Type="http://schemas.openxmlformats.org/officeDocument/2006/relationships/presProps" Target="/ppt/presProps.xml" Id="Ra86696ed258647ef" /><Relationship Type="http://schemas.openxmlformats.org/officeDocument/2006/relationships/tableStyles" Target="/ppt/tableStyles.xml" Id="Rd7fd119dfd7441dc" /><Relationship Type="http://schemas.openxmlformats.org/officeDocument/2006/relationships/slide" Target="/ppt/slides/slide1.xml" Id="Rb8de7bedaa4749ea" /><Relationship Type="http://schemas.openxmlformats.org/officeDocument/2006/relationships/slide" Target="/ppt/slides/slide2.xml" Id="Rc633089a9f4c4b40" /><Relationship Type="http://schemas.openxmlformats.org/officeDocument/2006/relationships/slide" Target="/ppt/slides/slide3.xml" Id="Rcff43ffdcd874b39" /><Relationship Type="http://schemas.openxmlformats.org/officeDocument/2006/relationships/slide" Target="/ppt/slides/slide4.xml" Id="R3e79cc851793482c" /><Relationship Type="http://schemas.openxmlformats.org/officeDocument/2006/relationships/slide" Target="/ppt/slides/slide5.xml" Id="Re15764585dfe4869" /><Relationship Type="http://schemas.openxmlformats.org/officeDocument/2006/relationships/slide" Target="/ppt/slides/slide6.xml" Id="R6b698f87e3e2481d" /><Relationship Type="http://schemas.openxmlformats.org/officeDocument/2006/relationships/slide" Target="/ppt/slides/slide7.xml" Id="R62a88c0c79ce4ad0" /><Relationship Type="http://schemas.openxmlformats.org/officeDocument/2006/relationships/slide" Target="/ppt/slides/slide8.xml" Id="R14579cb83f244e8f" /><Relationship Type="http://schemas.openxmlformats.org/officeDocument/2006/relationships/slide" Target="/ppt/slides/slide9.xml" Id="Raacd79f101d04e06" /><Relationship Type="http://schemas.openxmlformats.org/officeDocument/2006/relationships/slide" Target="/ppt/slides/slide10.xml" Id="Rfe859b4c91e04a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4e1b783aa248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badb75d3844161" /><Relationship Type="http://schemas.openxmlformats.org/officeDocument/2006/relationships/notesMaster" Target="/ppt/notesMasters/notesMaster1.xml" Id="R6dd9eb15569c41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af58f798c64668" /><Relationship Type="http://schemas.openxmlformats.org/officeDocument/2006/relationships/notesMaster" Target="/ppt/notesMasters/notesMaster1.xml" Id="Rcc403ce318184e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8bec9dc7104b6d" /><Relationship Type="http://schemas.openxmlformats.org/officeDocument/2006/relationships/notesMaster" Target="/ppt/notesMasters/notesMaster1.xml" Id="Rfa413399018249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008865658044ab" /><Relationship Type="http://schemas.openxmlformats.org/officeDocument/2006/relationships/notesMaster" Target="/ppt/notesMasters/notesMaster1.xml" Id="R5688fcf8955d49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4545a2ef0147f6" /><Relationship Type="http://schemas.openxmlformats.org/officeDocument/2006/relationships/notesMaster" Target="/ppt/notesMasters/notesMaster1.xml" Id="Rd3ebcdb6db7b46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2cd7a1c67745ed" /><Relationship Type="http://schemas.openxmlformats.org/officeDocument/2006/relationships/notesMaster" Target="/ppt/notesMasters/notesMaster1.xml" Id="R3ebdd7967e3d4f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a3e54ea5a34903" /><Relationship Type="http://schemas.openxmlformats.org/officeDocument/2006/relationships/notesMaster" Target="/ppt/notesMasters/notesMaster1.xml" Id="Ra848cd60f1e24a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4656acb1644eff" /><Relationship Type="http://schemas.openxmlformats.org/officeDocument/2006/relationships/notesMaster" Target="/ppt/notesMasters/notesMaster1.xml" Id="Rf2a464c655ff40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a18c1c32344e11" /><Relationship Type="http://schemas.openxmlformats.org/officeDocument/2006/relationships/notesMaster" Target="/ppt/notesMasters/notesMaster1.xml" Id="R6c721929708c48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782928d12e4e40" /><Relationship Type="http://schemas.openxmlformats.org/officeDocument/2006/relationships/notesMaster" Target="/ppt/notesMasters/notesMaster1.xml" Id="R000ee1a95b5940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unit's central invariant: the harness, not a provider SDK, owns the model-turn lifecycle. The implementation is provider-injected for tests; the launched application remains on MockSession.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user-stories/cah-021-complete-one-model-turn.md (scope, outcome authority, and exclusions)</a:t>
            </a:r>
          </a:p>
          <a:p xmlns:a="http://schemas.openxmlformats.org/drawingml/2006/main">
            <a:r>
              <a:t>- docs/lessons/cah-021-one-model-turn.md (verified implementation status)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ownership split before discussing async code. A provider may implement streaming mechanics, but it cannot declare session success or decide lifecycle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docs/lessons/cah-021-one-model-turn.md (junior foundation and key concepts)</a:t>
            </a:r>
          </a:p>
          <a:p xmlns:a="http://schemas.openxmlformats.org/drawingml/2006/main">
            <a:r>
              <a:t>- docs/adr/0001-own-the-agent-loop.md (harness-owned orchestration boundary)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provider supplies observations only. ProviderSession constructs the request, validates observations, chooses the first outcome, joins cleanup, and publishes the terminal.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src/code_assist_harness/provider_session.py (request, stream, selection, finalization)</a:t>
            </a:r>
          </a:p>
          <a:p xmlns:a="http://schemas.openxmlformats.org/drawingml/2006/main">
            <a:r>
              <a:t>- src/code_assist_harness/runtime.py (provider-injected composition seam)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StopAsyncIteration is not a success signal. Empty completed text is a legal non-terminal candidate only when a following tool request selects tool_unavailable; usage and ProviderCompleted still require accepted non-empty deltas. Other malformed or premature streams select a fixed safe failure without echoing payload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user-stories/cah-021-complete-one-model-turn.md (locked turn contract)</a:t>
            </a:r>
          </a:p>
          <a:p xmlns:a="http://schemas.openxmlformats.org/drawingml/2006/main">
            <a:r>
              <a:t>- src/code_assist_harness/provider_session.py (observation grammar validation)</a:t>
            </a:r>
          </a:p>
          <a:p xmlns:a="http://schemas.openxmlformats.org/drawingml/2006/main">
            <a:r>
              <a:t>- tests/test_provider_session.py (tool-only prefix, invalid ordering, and early EOF cases)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the two lanes. ProviderTextCompleted is reconciled and buffered, not emitted. A later failure or early close discards the candidate; only ProviderCompleted selects success.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src/code_assist_harness/provider_session.py (candidate completion and final success path)</a:t>
            </a:r>
          </a:p>
          <a:p xmlns:a="http://schemas.openxmlformats.org/drawingml/2006/main">
            <a:r>
              <a:t>- tests/test_provider_session.py (completion buffering and failure-after-candidate tests)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numbers as memory anchors. The byte ceiling protects protocol compatibility, not user-configurable budgeting. Usage evidence is replayable but remains outside protocol v1 and lifecycle reducers.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src/code_assist_harness/provider_session.py (one operation and 8,192-byte ceiling)</a:t>
            </a:r>
          </a:p>
          <a:p xmlns:a="http://schemas.openxmlformats.org/drawingml/2006/main">
            <a:r>
              <a:t>- src/code_assist_harness/model_evidence.py (bounded usage evidence)</a:t>
            </a:r>
          </a:p>
          <a:p xmlns:a="http://schemas.openxmlformats.org/drawingml/2006/main">
            <a:r>
              <a:t>- src/code_assist_harness/persistence/transcript.py (transcript v2 evidence projection)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decision lock serializes the wire write, reducer update, and observer attempt so cancellation cannot interleave with an admitted observation. It is not a database transaction: if a later observer raises, earlier committed effects are not rolled 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src/code_assist_harness/provider_session.py (decision lock and shielded publication)</a:t>
            </a:r>
          </a:p>
          <a:p xmlns:a="http://schemas.openxmlformats.org/drawingml/2006/main">
            <a:r>
              <a:t>- docs/glossary.md (provider-session transaction and rollback boundary)</a:t>
            </a:r>
          </a:p>
          <a:p xmlns:a="http://schemas.openxmlformats.org/drawingml/2006/main">
            <a:r>
              <a:t>- tests/test_provider_session.py (blocked sink, observer, and usage admission races)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outcome selection and terminal publication as separate phases. After the provider cleanup barrier returns, ProviderSession cancels and joins any still-pending local read. A successful barrier remains authoritative, while barrier or reaping exceptions add one bounded diagnostic without replacing the outcome. The local join requires a cancellation-responsive iterator; suppressing task cancellation needs stronger process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src/code_assist_harness/provider_session.py (selected finalizer and pending-read reaping)</a:t>
            </a:r>
          </a:p>
          <a:p xmlns:a="http://schemas.openxmlformats.org/drawingml/2006/main">
            <a:r>
              <a:t>- tests/test_provider_session.py (early cleanup return and cleanup failures)</a:t>
            </a:r>
          </a:p>
          <a:p xmlns:a="http://schemas.openxmlformats.org/drawingml/2006/main">
            <a:r>
              <a:t>- tests/test_runtime.py (EOF and shutdown pending-read regression)</a:t>
            </a:r>
          </a:p>
          <a:p xmlns:a="http://schemas.openxmlformats.org/drawingml/2006/main">
            <a:r>
              <a:t>- user-stories/cah-021-complete-one-model-turn.md (cleanup contract and containment limit)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about what works and what does not. Tests can inject a Provider today, but product activation remains on MockSession until adapter and configuration work is delivered.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src/code_assist_harness/runtime.py (optional provider composition)</a:t>
            </a:r>
          </a:p>
          <a:p xmlns:a="http://schemas.openxmlformats.org/drawingml/2006/main">
            <a:r>
              <a:t>- user-stories/cah-021-complete-one-model-turn.md (scope and deferred work)</a:t>
            </a:r>
          </a:p>
          <a:p xmlns:a="http://schemas.openxmlformats.org/drawingml/2006/main">
            <a:r>
              <a:t>- user-stories/backlog.md (CAH-022 and CAH-023 ordering)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a concrete study loop. The learner should be able to name the lock winner, trace cleanup ownership, and predict which trusted views contain the observation. Point to CAH-022 as the next unit: limits and deadline arbitration.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docs/lessons/cah-021-one-model-turn.md (exercises and key takeaways)</a:t>
            </a:r>
          </a:p>
          <a:p xmlns:a="http://schemas.openxmlformats.org/drawingml/2006/main">
            <a:r>
              <a:t>- tests/test_provider_session.py (deterministic race scenarios)</a:t>
            </a:r>
          </a:p>
          <a:p xmlns:a="http://schemas.openxmlformats.org/drawingml/2006/main">
            <a:r>
              <a:t>- user-stories/cah-021-complete-one-model-turn.md (deferred CAH-022 work)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1195be9f14d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90788a03f74323" /><Relationship Type="http://schemas.openxmlformats.org/officeDocument/2006/relationships/slideLayout" Target="/ppt/slideLayouts/slideLayout1.xml" Id="R3da1ae08398943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a1ae08398943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2734e3bbf4045" /><Relationship Type="http://schemas.openxmlformats.org/officeDocument/2006/relationships/notesSlide" Target="/ppt/notesSlides/notesSlide1.xml" Id="R4ffca046085a4d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d002a735743b1" /><Relationship Type="http://schemas.openxmlformats.org/officeDocument/2006/relationships/notesSlide" Target="/ppt/notesSlides/notesSlide2.xml" Id="R9b122add252841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2eb2ce8394ebb" /><Relationship Type="http://schemas.openxmlformats.org/officeDocument/2006/relationships/notesSlide" Target="/ppt/notesSlides/notesSlide3.xml" Id="Rebe5c0fb46604e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4ec99bc3c4f40" /><Relationship Type="http://schemas.openxmlformats.org/officeDocument/2006/relationships/notesSlide" Target="/ppt/notesSlides/notesSlide4.xml" Id="R97950de35f4541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f2368b9ab483b" /><Relationship Type="http://schemas.openxmlformats.org/officeDocument/2006/relationships/notesSlide" Target="/ppt/notesSlides/notesSlide5.xml" Id="R22825222a2aa4e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b9b3686d44a38" /><Relationship Type="http://schemas.openxmlformats.org/officeDocument/2006/relationships/notesSlide" Target="/ppt/notesSlides/notesSlide6.xml" Id="R6af8cc6d6b9e45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30641b9bf416e" /><Relationship Type="http://schemas.openxmlformats.org/officeDocument/2006/relationships/notesSlide" Target="/ppt/notesSlides/notesSlide7.xml" Id="R921721fdc3ca4d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9f78085074bdd" /><Relationship Type="http://schemas.openxmlformats.org/officeDocument/2006/relationships/notesSlide" Target="/ppt/notesSlides/notesSlide8.xml" Id="Rcc89e7f6d36845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e9aa3e2654df7" /><Relationship Type="http://schemas.openxmlformats.org/officeDocument/2006/relationships/notesSlide" Target="/ppt/notesSlides/notesSlide9.xml" Id="R4b9e5b172f114c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11276f56e48fa" /><Relationship Type="http://schemas.openxmlformats.org/officeDocument/2006/relationships/notesSlide" Target="/ppt/notesSlides/notesSlide10.xml" Id="R3399e848b7bb41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DB6D3-E57B-42B7-93CC-E14F66D8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4F9EA-AABD-458E-A8AE-30F4FF11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CAH-021 · VERIFIED UNIT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EBFB3-CD73-42B3-8447-436E78DC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8572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TURN.</a:t>
            </a:r>
          </a:p>
          <a:p xmlns:a="http://schemas.openxmlformats.org/drawingml/2006/main">
            <a:pPr algn="l">
              <a:buNone/>
              <a:def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OWNER.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870A5-3E31-4E3C-A6D6-05C567C5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733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Provider-neutral orchestration with one request, one operation, and one authoritative outcome.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950B4-1D7C-4FB6-AF7F-53602E79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52600"/>
            <a:ext cx="2876550" cy="2876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5C236-10A1-4520-B8BA-6D80CD5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1924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274F0-014E-42F5-971C-B952A7BB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81425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model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A1AD3-2490-4B4C-BF68-AFF319B4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NETWORK-FREE  ·  DETERMINISTIC  ·  PROTOCOL V1 UNCHANGED</a:t>
            </a:r>
          </a:p>
        </p:txBody>
      </p:sp>
    </p:spTree>
    <p:extLst>
      <p:ext uri="{BB962C8B-B14F-4D97-AF65-F5344CB8AC3E}">
        <p14:creationId xmlns:p14="http://schemas.microsoft.com/office/powerpoint/2010/main" val="9064263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0ED9D4-FCB6-490F-8665-F95F126E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538D6-42E0-41EE-AF0B-B2465407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nouns prevent one big mistake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6B10F-66DF-4A03-9535-CA74101A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66F20-0854-465D-B0F4-64B5332B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219450" cy="3333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7390D-F3D5-4CB7-91A0-B05E0FF3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66DF0-CE83-4351-801A-0DC8E782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98811-42AB-4DC3-BC1B-E9500704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SESSION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628650" y="266700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0E593-A7A0-4B87-91E0-4B2F9A16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2762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The user-visible lifecycle. It owns correlation, ordered events, and one terminal truth.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0A945-A964-4E6B-8DA2-DD6A6DF9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57350"/>
            <a:ext cx="3219450" cy="3333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F1BE4-3E18-4363-8A57-A99FF65A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43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A2AA9-192C-47B2-A6CB-FBA23964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76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E9C47-24DC-4E01-87B4-88A5AEB0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002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 TURN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4533900" y="266700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77D56-228B-46AD-AFA1-BF095556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9900"/>
            <a:ext cx="2762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One request-to-outcome orchestration step inside the session. CAH-021 implements exactly one.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B6BEF-6F66-415E-861D-1D6F7FD4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3219450" cy="3333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C0694-FEF5-48B2-A7F3-2DF78AB8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43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85D30-639B-4D73-BA7D-D651654A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76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9C2E83-B313-4871-A15C-4B0AF303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OPERATION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8439150" y="266700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1F65F9-6D83-4B27-9736-FBA30E24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9900"/>
            <a:ext cx="2762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The provider-owned stream plus cancel() and wait_closed() cleanup barriers.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1505BA-8D9F-4678-B258-EC65E0D7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029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AF3DA6-2D2E-4531-99F8-1CCD65DD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1049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Harness ownership: SESSION + MODEL TURN     |     Provider ownership: OPERATION MECHANICS</a:t>
            </a:r>
          </a:p>
        </p:txBody>
      </p:sp>
    </p:spTree>
    <p:extLst>
      <p:ext uri="{BB962C8B-B14F-4D97-AF65-F5344CB8AC3E}">
        <p14:creationId xmlns:p14="http://schemas.microsoft.com/office/powerpoint/2010/main" val="1230483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45D11D-ACFC-4324-B075-0CCF5693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C1503-224C-4031-AF69-ADF8B7F9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harness owns the whole turn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795D2-7CE1-49BC-97E8-C9BD7C64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666750" y="3086100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2467F-DF1D-4FCE-8C32-0706421D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47A8A-F256-4608-B0AC-BCB193A0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B6DC4-329A-4E21-844B-3B2E604B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E1318-3AA4-426B-8F5F-1EB8DA78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accepted command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7F3E3-E600-4EE3-8492-BE5F61B3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76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8A4A7-6058-42C1-A207-8105115F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622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59210-720F-41D4-8514-33F4F269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24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EE012-C370-43E0-B2CC-BAD0F96A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243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one user message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95895-EA25-4320-891D-7242391B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76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C9FD9-741D-4E60-A2F3-31DF8F15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3A708-B335-4442-996E-1FECA17E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24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CA39C-C01B-43B2-826B-89E0ACD1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243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start once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6EDD2-895A-4D3C-8CE3-469C68F8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76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EF432-ACC6-4A45-98B2-5FC8F23F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622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94F09D-1EDC-41A7-8402-25D0645D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24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D71BD5-F08C-4F30-A842-F846B1FA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243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claim stream once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3B85E-0D36-4279-9ABD-B10E5E36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1CD69-FC4C-481A-B0E0-65694462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622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DF0E9-D8A4-440D-9335-F9A72FB5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24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E9197-3348-48E6-AEE3-4567063B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243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first outcome wins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E74BE-2274-4827-B938-5C3DA0DA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76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4C0D9C-293C-4274-960F-F9177E45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622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A35E00-5501-4815-B625-1FE26DE9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24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CLEAN UP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519A04-7340-4D10-AACD-D3E59E21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243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join the barrier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7A9549-12E9-4F1B-86DF-33DE8D75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76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9BD269-BB94-497C-A6F1-EA88520A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622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56538B-7618-441D-B7FB-A9F0A5E5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24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PUBLISH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307D77-6060-41FC-8AAB-FDA2B79C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243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one terminal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246586-E77D-4AA5-87BF-FB54279F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4350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6723D7-7E94-4906-A120-1DBE1711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3340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Provider observations are inputs. The selected session outcome is a harness decision.</a:t>
            </a:r>
          </a:p>
        </p:txBody>
      </p:sp>
    </p:spTree>
    <p:extLst>
      <p:ext uri="{BB962C8B-B14F-4D97-AF65-F5344CB8AC3E}">
        <p14:creationId xmlns:p14="http://schemas.microsoft.com/office/powerpoint/2010/main" val="10123557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082E3C-53B2-4F29-A7D8-F9E453B9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STREAM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947C9-8B55-46CD-9159-82FFF38E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Success is a grammar, not an 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53B3D-5274-4153-840B-F25F295B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9D3F6-D4AD-4272-8C73-9FDEBC05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ONLY SUCCESS SHAPE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A7EB1-6FAD-45AC-A140-562FFE47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476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1E9C5-A0D1-492D-8121-981AC417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24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 Δ+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2571750" y="2724150"/>
            <a:ext cx="19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463DB-850F-4AC1-8013-4B5ABDC4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3A71A-2414-4AED-9AB5-E32C6882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4476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DFFDA-F615-465E-87AA-8D0B9A05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5752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 COMPLETED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2571750" y="3657600"/>
            <a:ext cx="19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3A287-F54E-434B-89D1-A56F0A7A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8140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153B1-B6B6-4F04-BF55-77E18D2C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9525"/>
            <a:ext cx="4476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40060-E513-4B79-8DBD-AB94FBEA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909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USAGE ?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2571750" y="4591050"/>
            <a:ext cx="19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381B5-DDDF-4EDA-BC68-BBFBDCDD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14850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0EA9D-34CE-4412-B5F8-778EA3B2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52975"/>
            <a:ext cx="4476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86851-30AC-4788-BE37-D9AE1DF5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2442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PROVIDER COMPLETED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A86B3A-8501-44F6-A480-AC3FC098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SPECIAL / INVALID PATHS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310121-6918-41E0-93DA-03627745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66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D7E39-D3E7-4F9D-B614-F1185B85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050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A0FB54-6995-4BA5-AD13-3AB996CA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90725"/>
            <a:ext cx="445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EMPTY TEXT CANDIDATE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707CC0-F250-49D1-AA57-3450684E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95525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Tool request → tool_unavailable; success stays blocked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D6DC3B-2141-4BBD-B2D8-33C461F8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003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A6730-E1E1-4F7C-81C8-A3A22CB2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384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7070F5-08FF-402B-9E24-DD00AB79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24175"/>
            <a:ext cx="445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DUPLICATE / OUT OF ORDER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ACA347-D405-4A21-BC2E-66A11B24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28975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Cardinality and order are fixed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A81DA3-9DB7-4468-991C-8E211B84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33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1E759C-255E-497F-B894-70282AE2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719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E69D6F-2AEC-491E-9E38-5F1FCDCA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57625"/>
            <a:ext cx="445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MISMATCHED COMPLETION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CFB3C8-5CED-499A-A5D9-FB2EBA9C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62425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Completed text must equal every accepted 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235C9C-5F46-4287-BCB2-97F961AB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8D19D7-D95E-4C11-99D3-1D85BD2D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053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5B1D71-1B31-4EBC-A067-B4D8AE87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91075"/>
            <a:ext cx="445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EARLY EOF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201A93-BA97-45F4-8650-57739D2A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95875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Iteration end is not provider completion</a:t>
            </a:r>
          </a:p>
        </p:txBody>
      </p:sp>
    </p:spTree>
    <p:extLst>
      <p:ext uri="{BB962C8B-B14F-4D97-AF65-F5344CB8AC3E}">
        <p14:creationId xmlns:p14="http://schemas.microsoft.com/office/powerpoint/2010/main" val="672603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C31446-4033-476D-9AA2-AD069A16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D6E50-0472-431B-9B92-147133B8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Completion stays provisional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13085-E457-4E37-A11A-4B10434A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62DCD-5106-4C65-90A2-BA6FAC41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A candidate is stored. Only a valid provider terminal unlocks publication.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D587F-66C4-4DF5-8E2D-7E224314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1790700" y="2686050"/>
            <a:ext cx="9391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81C03-4660-447F-A38B-E1BC779C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71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D1153-CF4A-4CF7-A82E-DF204874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Δ: HEL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F1659-EAB4-441E-B105-4D4D32A2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71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2163E-6E8E-4BDC-A3AA-70585638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527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Δ: 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66246-5909-4F45-A617-1FC41967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5C818-8968-4B61-8B57-E838C815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527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CANDIDATE: HELLO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6BF53-1F9E-454B-AD35-D53169CC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71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F6E2A-1528-4FAC-BE9C-E8B5349A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9527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PROVIDER COMPLETED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588E5-E26E-489B-97BA-8F184D07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44EA5-1B6D-41D5-A823-0942F91B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527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ASSISTANT COMPLETED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2A775-45E6-4FDB-9280-AB17E4CB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INTERRUPTED</a:t>
            </a:r>
          </a:p>
        </p:txBody>
      </p:sp>
      <p:cxnSp>
        <p:nvCxnSpPr>
          <p:cNvPr id="66" name=""/>
          <p:cNvCxnSpPr/>
          <p:nvPr/>
        </p:nvCxnSpPr>
        <p:spPr>
          <a:xfrm xmlns:a="http://schemas.openxmlformats.org/drawingml/2006/main">
            <a:off x="1790700" y="4648200"/>
            <a:ext cx="9391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C6928-30DD-467A-A927-C89CB39B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014BC-97CB-4074-ADBE-7597A6C2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149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Δ: HEL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6AA9D1-4AB1-4E8D-B091-793A539F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495E2-9894-43A6-BDAA-05F1E577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149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Δ: LO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64429-CE07-496A-B825-C57CDD6C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30F6CA-6D22-4E28-990A-7ACB8612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149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CANDIDATE: HELLO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AA97CE-D4CD-4B5B-A223-59B150D5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F66949-C13B-488F-B099-1EB70E40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9149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PROVIDER FAILED / EOF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04B904-E9E1-4DF1-B952-9AA71349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4BB876-379E-47EB-A776-C36711A8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149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COMPLETION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ABE25B-24A3-4185-B883-AD0805B6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6388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BD117D-4A3E-4DDF-856F-676BAF5A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1500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8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failed session never contains a completed assistant.</a:t>
            </a:r>
          </a:p>
        </p:txBody>
      </p:sp>
    </p:spTree>
    <p:extLst>
      <p:ext uri="{BB962C8B-B14F-4D97-AF65-F5344CB8AC3E}">
        <p14:creationId xmlns:p14="http://schemas.microsoft.com/office/powerpoint/2010/main" val="9478830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A3FE3-1AAA-4B3A-ADFA-FC4F24AE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CONTRACT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D4867-0CD5-48BC-888A-296E2DDF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Small fixed boundaries, broad confidence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1FD04-616F-419B-94FA-1B2665F4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332DD-C8F9-4093-B335-004A5CCA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CAH-021 fixes protocol compatibility and evidence separation. Configurable budgets belong to CAH-022.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47FBA-94C8-473B-ABD5-ADD071E7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3524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D6017-0219-4F91-80C2-88FB67F6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82ABA-164D-474E-9E04-96F966CE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PROVIDER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78CF7-6ED2-470E-804E-9B781A3D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Started once. Stream claimed once.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45C74-3A46-451E-937B-2833637D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3524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23880-33CD-4993-A01A-6CB2FE36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8,192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1881D-C956-42BF-AE88-C5623FDA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862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UTF-8 BYTES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B3B35-B9DD-4A2D-9324-0908640E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19600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Crossing delta rejected in full.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5358E-A4A1-4905-A05F-E69E257D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3524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26C07-1895-4F3B-9FDE-8AD7D70D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2990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95E3A-4011-4CB2-B4B8-73673C9B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862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LAYERS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D4F94-4487-4FAD-902D-9144F9F0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9600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Lifecycle events + transcript-only usage.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C73DA-57B3-4DE3-97CE-8B43CDA6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Usage never consumes a protocol sequence number or changes lifecycle state.</a:t>
            </a:r>
          </a:p>
        </p:txBody>
      </p:sp>
    </p:spTree>
    <p:extLst>
      <p:ext uri="{BB962C8B-B14F-4D97-AF65-F5344CB8AC3E}">
        <p14:creationId xmlns:p14="http://schemas.microsoft.com/office/powerpoint/2010/main" val="16698441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981919-77BB-4297-B814-761AF156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RACE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75283-8F9E-4164-99F5-1D6F9532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Admission is serialized, not reversible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F8105-34CD-496A-B667-C7BADA48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BDDC0-1DCA-43E5-8D3C-921893E6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7442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9E5A2-F05B-4E5E-AA8C-330D450D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ONE DECISION 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B6525-44A7-48FB-8905-16763ECD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000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2C550-061A-48D8-9C71-FBD3493B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B0D23-41C4-45F5-8761-31159701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289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validated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3124200" y="3133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0D34F-AB67-4039-8DC7-F1C42383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7CFE5-62CB-4E02-9DD1-F8CF64A6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2000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FA0F8-95E3-4F3A-8D95-5A78D008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575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ORDERED WRITE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906FC-06D2-4C9E-892D-C2BF5E03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289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wire committed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5695950" y="3133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4BEC6-4C23-4593-A969-73B34C71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575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ED658-86DD-4396-BDF7-50A52AA3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2000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099B4-252C-45EB-8233-A814F658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REDUCER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CEE8AB-80C6-4EDA-9710-1C22342C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289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state accepted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8267700" y="3133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F5A63-C3E6-47A9-B962-63AEA9A1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575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BFC7CD-C0D1-4B00-B047-39A275F5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2000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8DC59-D801-4831-BAB3-BA500448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575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744932-FE31-4C39-80ED-5B0BB7A2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2897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evidence attempted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DF7FD6-C871-438A-997C-F51A57B0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4972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B5526B-0965-4AF5-A4F8-8A10F367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55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ADMISSION WINS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44D068-285A-4285-85FF-C4DD5FA0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62575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Cancellation waits; committed writes do not roll back.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88B567-B621-45F0-B174-6534ABA1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38700"/>
            <a:ext cx="4972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2D07AD-35BA-460D-A330-F1BD8256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0150"/>
            <a:ext cx="455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TERMINAL WINS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E50544-33FE-403C-B850-692B01E2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62575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No later delta or usage transaction begins.</a:t>
            </a:r>
          </a:p>
        </p:txBody>
      </p:sp>
    </p:spTree>
    <p:extLst>
      <p:ext uri="{BB962C8B-B14F-4D97-AF65-F5344CB8AC3E}">
        <p14:creationId xmlns:p14="http://schemas.microsoft.com/office/powerpoint/2010/main" val="18476724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2C4E68-0375-476C-BAC4-0E4844F2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FINALIZATION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D3493-6925-4B11-95A4-77212165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 first. Clean up. Publish once.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60794-EF12-468A-B9B6-64E9060C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AEA1B-C932-447E-B6AA-64AB2E40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F146B-3BE6-460E-BA82-4F8EE6F8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2D1B5-06EB-48ED-9E12-CE93DD94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F3724-95A4-4252-AF86-07BAA676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The first completion, failure, cancellation, or teardown reserves authority.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3543300" y="19526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78B72-4025-42F5-A864-840DC72E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764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0C439-2F43-430E-B4EC-C372D55C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83706-2EF2-4A9A-9779-B761F612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D443C-7754-4CB9-8B34-1FDFFDBA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CLEAN 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C6F5A-DF6E-40C2-9085-07F6DFD0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Join wait_closed() or cancel(); then reap a pending local read.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7448550" y="19526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517B8-E8CC-4BC0-B560-EFDDB46C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764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E92E2-E06D-4AD7-A751-C67C8128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BBBC1-9DBA-40AF-9937-56AAF4EC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47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9EF28-6B75-4D77-8E4B-3B3CB0DA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146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PUBLISH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288CD-E338-47DD-8E6B-411FF92C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Emit at most one authoritative session terminal after cleanup settles.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E097D-AC51-4C86-8738-AE1850B4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410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F016B7-CCCF-44AB-B3D9-DA2F3182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AFTER CLEANUP RETURNS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28F9A-EBA8-4E77-9FF5-FF06F05E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14900"/>
            <a:ext cx="741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Cancel and join the local read; a successful barrier stays authoritative.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B10FDB-BAB4-408C-B544-53A0C3A0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67350"/>
            <a:ext cx="741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Exceptions warn. Cancellation-resistant iterators need process isolation.</a:t>
            </a:r>
          </a:p>
        </p:txBody>
      </p:sp>
    </p:spTree>
    <p:extLst>
      <p:ext uri="{BB962C8B-B14F-4D97-AF65-F5344CB8AC3E}">
        <p14:creationId xmlns:p14="http://schemas.microsoft.com/office/powerpoint/2010/main" val="15614867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0AD1BE-2895-49CF-AFBC-773D94F0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70A95-6D68-41AB-8633-A948910D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Shipped truth, explicit deferrals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27BA9-27D2-47C2-AA09-361B4729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7B29B-4D42-42EA-933F-A1B52BAC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410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44CDD-A00B-4813-8F94-32F7330D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1091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LAUNCHED main() STILL CHOOSES MockSession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DBAAB-CF26-4233-88CE-D975FA74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SHIPPED IN CAH-021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5443E-D7D9-4B23-AA05-D4D6FB61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DEFERRED ON PURPOSE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F4375-2B0A-40DA-948D-4205BFEF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BCD03-1574-46A4-A68D-E0F13725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74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5AE17-62C6-40E5-A4D8-3D98B5D7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Injected ProviderSession runtime seam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ED85E-CCC7-454C-8C51-C8B8692C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290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878CD-D5AF-440E-8D04-6FB5B21B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48075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74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F927E-AFB6-4B43-ACAB-F08A6A47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Strict deterministic fake and one operation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D160D-65B9-487F-9F8D-1B166F9F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6D0E2-8FA3-4A0A-8B3D-6870936A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74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47B8F-9915-4FA0-B0FE-A9EB8130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Stream grammar, reconciliation, teardown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34204-C680-4D45-871E-DE4F3858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24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029D21-8870-4EF8-A762-3F19BCDE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43475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74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2810BC-5CEB-411E-976A-1ADDF3A4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Transcript v2 with optional usage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3A772-F49B-41A0-A261-63CAA82E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60ED89-937F-4A60-B2C8-400EEB56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00375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33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62BDF-8C08-43F9-8CC0-4710A071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CAH-022 · deadlines and configurable limits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94181A-C7CB-43EA-86C7-D09E31AC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290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4E8D2-AE68-4344-AA32-05B75379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48075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33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7CB852-40FD-4D5A-8374-E9ADDEFE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CAH-023 · OpenAI adapter and model config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2E9CC0-AF72-44AF-A6B3-0ECF7734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76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87E0C8-7D50-498F-AD5B-AB9F47BA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95775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33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6F3B1D-4B11-4E92-A304-A680138F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Later · context discovery and selection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62A64D-E39A-4B95-8676-AE4D104A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24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EF31FB-CE19-487D-A460-C4597367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43475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33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483589-6422-49C1-9971-C7C174ED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958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Later · tools, policy, approvals, retries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D4BF50-0603-4E98-B009-9876E549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Honest composition is an architecture feature.</a:t>
            </a:r>
          </a:p>
        </p:txBody>
      </p:sp>
    </p:spTree>
    <p:extLst>
      <p:ext uri="{BB962C8B-B14F-4D97-AF65-F5344CB8AC3E}">
        <p14:creationId xmlns:p14="http://schemas.microsoft.com/office/powerpoint/2010/main" val="6441444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59F21C-2903-464D-BC8F-5536B0BF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DBB4D-3393-4182-9F3B-3147CD55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TRACE ONE RACE.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PROVE ONE INVARIANT.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331CD-52A6-44DE-91E8-45BE1DC3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5DAFA-00FD-46C5-A163-D58AD8D8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051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5E44D-8F91-4C4E-B206-4918F727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Pick a 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70136-A9EE-49FB-924C-40876A06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delta sink, usage observer, or cancellation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D43E9-93AB-4FCF-A465-987F4AB2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00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6AD9E-154A-4B1B-A048-FB33BC47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051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79261-1A34-4857-BC0F-33C01698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481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Predict the winner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C295D-678F-43B2-A81D-51B7CB9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05300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which transaction owns the decision lock?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80E5F-ACE9-4AE5-B4B3-6E7F4256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00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74E53-A8DD-459A-84CC-9458D32C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051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FCBAE-9CAE-4F89-AE8A-26E21255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481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Trace cleanup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D43A2-54CD-4B69-A1D4-CAA20C76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05300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who joins the selected finalizer?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57BDB-461E-431D-981A-DA340226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00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70CF5-60CC-4E21-AD5D-5E3606A8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051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F033A-4100-4552-9EA6-8156C86F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481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Verify the fake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4C2ADF-01A5-4363-8F0E-6B5B9C33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05300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assert one terminal and complete operation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64CCBD-9EB3-463C-A249-D9599C6B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315891-D618-4768-8425-0BD59BF4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If you can explain the losing path, you understand the turn.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9D5E8-997A-4240-AD7F-298EBCFB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6007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 · CAH-022</a:t>
            </a:r>
          </a:p>
        </p:txBody>
      </p:sp>
    </p:spTree>
    <p:extLst>
      <p:ext uri="{BB962C8B-B14F-4D97-AF65-F5344CB8AC3E}">
        <p14:creationId xmlns:p14="http://schemas.microsoft.com/office/powerpoint/2010/main" val="1398234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2026-08-01T02:30:17.5550000Z</dcterms:created>
  <dcterms:modified xsi:type="dcterms:W3CDTF">2026-08-01T02:30:17.5550000Z</dcterms:modified>
</coreProperties>
</file>