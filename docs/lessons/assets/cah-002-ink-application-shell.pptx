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34da205ef34730" /><Relationship Type="http://schemas.openxmlformats.org/officeDocument/2006/relationships/extended-properties" Target="/docProps/app.xml" Id="R18f0a36b05094917" /><Relationship Type="http://schemas.openxmlformats.org/officeDocument/2006/relationships/officeDocument" Target="/ppt/presentation.xml" Id="R9dc8434fc4af4d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f31432a8f24c4d"/>
  </p:sldMasterIdLst>
  <p:notesMasterIdLst>
    <p:notesMasterId xmlns:r="http://schemas.openxmlformats.org/officeDocument/2006/relationships" r:id="R59c2d21762a54ec1"/>
  </p:notesMasterIdLst>
  <p:sldIdLst>
    <p:sldId xmlns:r="http://schemas.openxmlformats.org/officeDocument/2006/relationships" id="256" r:id="R0b8e08670aa04ae9"/>
    <p:sldId xmlns:r="http://schemas.openxmlformats.org/officeDocument/2006/relationships" id="257" r:id="R3b50539e976b43cf"/>
    <p:sldId xmlns:r="http://schemas.openxmlformats.org/officeDocument/2006/relationships" id="258" r:id="R00de9ef523c94bb8"/>
    <p:sldId xmlns:r="http://schemas.openxmlformats.org/officeDocument/2006/relationships" id="259" r:id="R3627ba377d204749"/>
    <p:sldId xmlns:r="http://schemas.openxmlformats.org/officeDocument/2006/relationships" id="260" r:id="Rde6cda46c0864283"/>
    <p:sldId xmlns:r="http://schemas.openxmlformats.org/officeDocument/2006/relationships" id="261" r:id="R216bf3189df64920"/>
    <p:sldId xmlns:r="http://schemas.openxmlformats.org/officeDocument/2006/relationships" id="262" r:id="R55ff69b57b854ab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bc2963663441a7" /><Relationship Type="http://schemas.openxmlformats.org/officeDocument/2006/relationships/slideMaster" Target="/ppt/slideMasters/slideMaster1.xml" Id="R71f31432a8f24c4d" /><Relationship Type="http://schemas.openxmlformats.org/officeDocument/2006/relationships/notesMaster" Target="/ppt/notesMasters/notesMaster1.xml" Id="R59c2d21762a54ec1" /><Relationship Type="http://schemas.openxmlformats.org/officeDocument/2006/relationships/presProps" Target="/ppt/presProps.xml" Id="R676ffd375de046cc" /><Relationship Type="http://schemas.openxmlformats.org/officeDocument/2006/relationships/tableStyles" Target="/ppt/tableStyles.xml" Id="R2d750cc1555a40ee" /><Relationship Type="http://schemas.openxmlformats.org/officeDocument/2006/relationships/slide" Target="/ppt/slides/slide1.xml" Id="R0b8e08670aa04ae9" /><Relationship Type="http://schemas.openxmlformats.org/officeDocument/2006/relationships/slide" Target="/ppt/slides/slide2.xml" Id="R3b50539e976b43cf" /><Relationship Type="http://schemas.openxmlformats.org/officeDocument/2006/relationships/slide" Target="/ppt/slides/slide3.xml" Id="R00de9ef523c94bb8" /><Relationship Type="http://schemas.openxmlformats.org/officeDocument/2006/relationships/slide" Target="/ppt/slides/slide4.xml" Id="R3627ba377d204749" /><Relationship Type="http://schemas.openxmlformats.org/officeDocument/2006/relationships/slide" Target="/ppt/slides/slide5.xml" Id="Rde6cda46c0864283" /><Relationship Type="http://schemas.openxmlformats.org/officeDocument/2006/relationships/slide" Target="/ppt/slides/slide6.xml" Id="R216bf3189df64920" /><Relationship Type="http://schemas.openxmlformats.org/officeDocument/2006/relationships/slide" Target="/ppt/slides/slide7.xml" Id="R55ff69b57b854a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0aa30a349449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771a7975a14504" /><Relationship Type="http://schemas.openxmlformats.org/officeDocument/2006/relationships/notesMaster" Target="/ppt/notesMasters/notesMaster1.xml" Id="R7122bdaae0104d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6db1930fcf43bb" /><Relationship Type="http://schemas.openxmlformats.org/officeDocument/2006/relationships/notesMaster" Target="/ppt/notesMasters/notesMaster1.xml" Id="R141b8c360b9c4d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e32654c122448d" /><Relationship Type="http://schemas.openxmlformats.org/officeDocument/2006/relationships/notesMaster" Target="/ppt/notesMasters/notesMaster1.xml" Id="R51a96ced894e44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5ae9aeb40b4602" /><Relationship Type="http://schemas.openxmlformats.org/officeDocument/2006/relationships/notesMaster" Target="/ppt/notesMasters/notesMaster1.xml" Id="R520770f59ce14c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6c91b73b8d40dc" /><Relationship Type="http://schemas.openxmlformats.org/officeDocument/2006/relationships/notesMaster" Target="/ppt/notesMasters/notesMaster1.xml" Id="R46be4063527b4f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31e4454c42480f" /><Relationship Type="http://schemas.openxmlformats.org/officeDocument/2006/relationships/notesMaster" Target="/ppt/notesMasters/notesMaster1.xml" Id="Rf0c07e233b664b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b99d04b2b4ad4" /><Relationship Type="http://schemas.openxmlformats.org/officeDocument/2006/relationships/notesMaster" Target="/ppt/notesMasters/notesMaster1.xml" Id="R5587546aab964c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4652984d4444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1d63b356fd417f" /><Relationship Type="http://schemas.openxmlformats.org/officeDocument/2006/relationships/slideLayout" Target="/ppt/slideLayouts/slideLayout1.xml" Id="R73956911375941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956911375941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cce74b070497e" /><Relationship Type="http://schemas.openxmlformats.org/officeDocument/2006/relationships/image" Target="/ppt/media/image.png" Id="R3e24531e47134552" /><Relationship Type="http://schemas.openxmlformats.org/officeDocument/2006/relationships/notesSlide" Target="/ppt/notesSlides/notesSlide1.xml" Id="R4c93f448e92b41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9719285514011" /><Relationship Type="http://schemas.openxmlformats.org/officeDocument/2006/relationships/notesSlide" Target="/ppt/notesSlides/notesSlide2.xml" Id="R70b0c9b791464d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f069fd23a42f1" /><Relationship Type="http://schemas.openxmlformats.org/officeDocument/2006/relationships/notesSlide" Target="/ppt/notesSlides/notesSlide3.xml" Id="R7709a4e9c9bb45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99884e5a7442e" /><Relationship Type="http://schemas.openxmlformats.org/officeDocument/2006/relationships/notesSlide" Target="/ppt/notesSlides/notesSlide4.xml" Id="Re537b66afcd648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d003eedd04062" /><Relationship Type="http://schemas.openxmlformats.org/officeDocument/2006/relationships/notesSlide" Target="/ppt/notesSlides/notesSlide5.xml" Id="R319dc3920c4a4f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8cc96a1cb4a19" /><Relationship Type="http://schemas.openxmlformats.org/officeDocument/2006/relationships/notesSlide" Target="/ppt/notesSlides/notesSlide6.xml" Id="R20389b9e7744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2846b32a74696" /><Relationship Type="http://schemas.openxmlformats.org/officeDocument/2006/relationships/notesSlide" Target="/ppt/notesSlides/notesSlide7.xml" Id="R0f511bd5e01b43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F26FA1E-DA44-472A-9C06-6B805670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334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CAH-002  ·  PLANNED LESSON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1BB412A-C218-4D4A-8A5E-30A10539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23875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3000"/>
              </a:lnSpc>
              <a:buNone/>
              <a:defRPr sz="40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 the frame
before the system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B37C7EF-D77A-4B56-92AF-E9258B46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51435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6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rPr>
              <a:t>A static Ink shell makes rendering, runtime compatibility, and clean exit observable—before Python or NDJSON arrives.</a:t>
            </a:r>
          </a:p>
        </p:txBody>
      </p:sp>
      <p:sp>
        <p:nvSpPr>
          <p:cNvPr id="4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BF1BCE67-24BA-4CB9-BF0C-04367995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DFF3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4531e47134552"/>
          <a:srcRect xmlns:a="http://schemas.openxmlformats.org/drawingml/2006/main" l="22147" t="0" r="221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2062"/>
            </a:avLst>
          </a:prstGeom>
        </p:spPr>
      </p:pic>
      <p:sp>
        <p:nvSpPr>
          <p:cNvPr id="6" name="page-1">
            <a:extLst xmlns:a="http://schemas.openxmlformats.org/drawingml/2006/main">
              <a:ext uri="{FF2B5EF4-FFF2-40B4-BE49-F238E27FC236}">
                <a16:creationId xmlns:a16="http://schemas.microsoft.com/office/drawing/2014/main" id="{02AC7EEE-59DB-4B32-8EA8-04CE33D7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</a:defRPr>
            </a:pPr>
            <a:r>
              <a:rPr sz="975">
                <a:solidFill>
                  <a:srgbClr val="00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82534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94005A2-14AF-4E2A-8A3F-2DC0C7F3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6D326E5-DF7B-409E-BBDF-4230194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CAH-002 isolates three contracts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201E5716-74E5-4EA8-B0CD-D854EF4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Terminal frame
Render the title, empty conversation, input, and status as one observable screen.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1B5D3B84-82D0-4C8F-9A0D-0E3C9E14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Runtime contract
Pin Node, enforce its range early, and commit dependency resolution.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F58AE927-2E11-4712-989E-9E4AAF2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Lifecycle cleanup
Route Ctrl+C through one unmount-and-exit path that restores the prompt.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20DA0387-30A0-436E-B860-96968352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343ED0D0-5125-422F-82DD-99F54CA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591BAF85-D22A-45D5-90D6-66A4DF64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65940119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9FB59AE-2B53-45E3-A066-9A832E16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B5FA1918-776E-486D-A699-69B3B5EB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TUI projects; it does not decide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0DD48681-5A9F-4B60-A207-B77D2F1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CAH-002 owns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11827"/>
                </a:solidFill>
                <a:latin typeface="Helvetica Neue"/>
                <a:ea typeface="Helvetica Neue"/>
                <a:cs typeface="Helvetica Neue"/>
              </a:rPr>
              <a:t>Terminal rendering and keyboard input
Node compatibility before render
Static local state and clean unmount
Focused render and version-guard tests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F49030F4-6723-40F5-9AC7-0C8F4CA2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Later stories own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11827"/>
                </a:solidFill>
                <a:latin typeface="Helvetica Neue"/>
                <a:ea typeface="Helvetica Neue"/>
                <a:cs typeface="Helvetica Neue"/>
              </a:rPr>
              <a:t>Python process lifetime (CAH-003)
NDJSON validation (CAH-004)
Session and completion decisions
Tools, approvals, context, and policy</a:t>
            </a:r>
          </a:p>
        </p:txBody>
      </p:sp>
    </p:spTree>
    <p:extLst>
      <p:ext uri="{BB962C8B-B14F-4D97-AF65-F5344CB8AC3E}">
        <p14:creationId xmlns:p14="http://schemas.microsoft.com/office/powerpoint/2010/main" val="2556110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rminal-concept-title">
            <a:extLst xmlns:a="http://schemas.openxmlformats.org/drawingml/2006/main">
              <a:ext uri="{FF2B5EF4-FFF2-40B4-BE49-F238E27FC236}">
                <a16:creationId xmlns:a16="http://schemas.microsoft.com/office/drawing/2014/main" id="{144BF7F6-5F63-43A4-9523-F193AC83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401425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9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planned screen has four observable regions</a:t>
            </a:r>
          </a:p>
        </p:txBody>
      </p:sp>
      <p:sp>
        <p:nvSpPr>
          <p:cNvPr id="2" name="terminal-frame">
            <a:extLst xmlns:a="http://schemas.openxmlformats.org/drawingml/2006/main">
              <a:ext uri="{FF2B5EF4-FFF2-40B4-BE49-F238E27FC236}">
                <a16:creationId xmlns:a16="http://schemas.microsoft.com/office/drawing/2014/main" id="{807766B4-61F0-4744-9511-0F1DF21F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6200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1F2937"/>
            </a:solidFill>
            <a:prstDash val="solid"/>
          </a:ln>
        </p:spPr>
      </p:sp>
      <p:sp>
        <p:nvSpPr>
          <p:cNvPr id="3" name="title-region">
            <a:extLst xmlns:a="http://schemas.openxmlformats.org/drawingml/2006/main">
              <a:ext uri="{FF2B5EF4-FFF2-40B4-BE49-F238E27FC236}">
                <a16:creationId xmlns:a16="http://schemas.microsoft.com/office/drawing/2014/main" id="{07DF713B-A26E-44DB-928B-343F4547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16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" name="conversation-region">
            <a:extLst xmlns:a="http://schemas.openxmlformats.org/drawingml/2006/main">
              <a:ext uri="{FF2B5EF4-FFF2-40B4-BE49-F238E27FC236}">
                <a16:creationId xmlns:a16="http://schemas.microsoft.com/office/drawing/2014/main" id="{FA1D4AA0-81E0-4060-9747-E284D5D1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716280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input-region">
            <a:extLst xmlns:a="http://schemas.openxmlformats.org/drawingml/2006/main">
              <a:ext uri="{FF2B5EF4-FFF2-40B4-BE49-F238E27FC236}">
                <a16:creationId xmlns:a16="http://schemas.microsoft.com/office/drawing/2014/main" id="{2BFB76BA-163C-4569-A736-5FF4FBA4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7162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6" name="status-region">
            <a:extLst xmlns:a="http://schemas.openxmlformats.org/drawingml/2006/main">
              <a:ext uri="{FF2B5EF4-FFF2-40B4-BE49-F238E27FC236}">
                <a16:creationId xmlns:a16="http://schemas.microsoft.com/office/drawing/2014/main" id="{E1061D4D-5B2A-420C-981F-3EEB71D5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62575"/>
            <a:ext cx="71628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title-region-copy">
            <a:extLst xmlns:a="http://schemas.openxmlformats.org/drawingml/2006/main">
              <a:ext uri="{FF2B5EF4-FFF2-40B4-BE49-F238E27FC236}">
                <a16:creationId xmlns:a16="http://schemas.microsoft.com/office/drawing/2014/main" id="{6910708F-A0C6-46F3-9762-4073A65A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400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6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Code Assist Harness</a:t>
            </a:r>
          </a:p>
        </p:txBody>
      </p:sp>
      <p:sp>
        <p:nvSpPr>
          <p:cNvPr id="8" name="conversation-region-copy">
            <a:extLst xmlns:a="http://schemas.openxmlformats.org/drawingml/2006/main">
              <a:ext uri="{FF2B5EF4-FFF2-40B4-BE49-F238E27FC236}">
                <a16:creationId xmlns:a16="http://schemas.microsoft.com/office/drawing/2014/main" id="{B7C38279-F7B4-4E95-9AE2-5F6FBC4E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09925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650">
                <a:solidFill>
                  <a:srgbClr val="AAB4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AAB4C4"/>
                </a:solidFill>
                <a:latin typeface="Helvetica Neue"/>
                <a:ea typeface="Helvetica Neue"/>
                <a:cs typeface="Helvetica Neue"/>
              </a:rPr>
              <a:t>No conversation yet</a:t>
            </a:r>
          </a:p>
        </p:txBody>
      </p:sp>
      <p:sp>
        <p:nvSpPr>
          <p:cNvPr id="9" name="input-region-copy">
            <a:extLst xmlns:a="http://schemas.openxmlformats.org/drawingml/2006/main">
              <a:ext uri="{FF2B5EF4-FFF2-40B4-BE49-F238E27FC236}">
                <a16:creationId xmlns:a16="http://schemas.microsoft.com/office/drawing/2014/main" id="{B6C6E2B1-2EC4-4249-B99E-A0C1785E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571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100">
                <a:solidFill>
                  <a:srgbClr val="8CC8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8CC8FF"/>
                </a:solidFill>
                <a:latin typeface="Helvetica Neue"/>
                <a:ea typeface="Helvetica Neue"/>
                <a:cs typeface="Helvetica Neue"/>
              </a:rPr>
              <a:t>›</a:t>
            </a:r>
          </a:p>
        </p:txBody>
      </p:sp>
      <p:sp>
        <p:nvSpPr>
          <p:cNvPr id="10" name="status-region-copy">
            <a:extLst xmlns:a="http://schemas.openxmlformats.org/drawingml/2006/main">
              <a:ext uri="{FF2B5EF4-FFF2-40B4-BE49-F238E27FC236}">
                <a16:creationId xmlns:a16="http://schemas.microsoft.com/office/drawing/2014/main" id="{2118F654-F135-400C-93E3-9C4B4799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AAB4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AAB4C4"/>
                </a:solidFill>
                <a:latin typeface="Helvetica Neue"/>
                <a:ea typeface="Helvetica Neue"/>
                <a:cs typeface="Helvetica Neue"/>
              </a:rPr>
              <a:t>idle</a:t>
            </a:r>
          </a:p>
        </p:txBody>
      </p:sp>
      <p:sp>
        <p:nvSpPr>
          <p:cNvPr id="11" name="title-region-label">
            <a:extLst xmlns:a="http://schemas.openxmlformats.org/drawingml/2006/main">
              <a:ext uri="{FF2B5EF4-FFF2-40B4-BE49-F238E27FC236}">
                <a16:creationId xmlns:a16="http://schemas.microsoft.com/office/drawing/2014/main" id="{2FA95CCB-B65F-4FEB-A607-148266F6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57350"/>
            <a:ext cx="285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TITLE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Application identity</a:t>
            </a:r>
          </a:p>
        </p:txBody>
      </p:sp>
      <p:sp>
        <p:nvSpPr>
          <p:cNvPr id="12" name="conversation-region-label">
            <a:extLst xmlns:a="http://schemas.openxmlformats.org/drawingml/2006/main">
              <a:ext uri="{FF2B5EF4-FFF2-40B4-BE49-F238E27FC236}">
                <a16:creationId xmlns:a16="http://schemas.microsoft.com/office/drawing/2014/main" id="{1F4A71C7-6E0E-446C-A387-ACC92D9C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24150"/>
            <a:ext cx="28575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CONVERSATION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Empty state now; events later</a:t>
            </a:r>
          </a:p>
        </p:txBody>
      </p:sp>
      <p:sp>
        <p:nvSpPr>
          <p:cNvPr id="13" name="input-region-label">
            <a:extLst xmlns:a="http://schemas.openxmlformats.org/drawingml/2006/main">
              <a:ext uri="{FF2B5EF4-FFF2-40B4-BE49-F238E27FC236}">
                <a16:creationId xmlns:a16="http://schemas.microsoft.com/office/drawing/2014/main" id="{B32D56BB-12CD-43A4-B749-2F33C9C0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285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INPUT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Keyboard ownership</a:t>
            </a:r>
          </a:p>
        </p:txBody>
      </p:sp>
      <p:sp>
        <p:nvSpPr>
          <p:cNvPr id="14" name="status-region-label">
            <a:extLst xmlns:a="http://schemas.openxmlformats.org/drawingml/2006/main">
              <a:ext uri="{FF2B5EF4-FFF2-40B4-BE49-F238E27FC236}">
                <a16:creationId xmlns:a16="http://schemas.microsoft.com/office/drawing/2014/main" id="{F6378626-EAFE-4295-922A-D3A3FFFD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314950"/>
            <a:ext cx="285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STATUS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Local static value such as idle</a:t>
            </a:r>
          </a:p>
        </p:txBody>
      </p:sp>
      <p:sp>
        <p:nvSpPr>
          <p:cNvPr id="15" name="concept-disclaimer">
            <a:extLst xmlns:a="http://schemas.openxmlformats.org/drawingml/2006/main">
              <a:ext uri="{FF2B5EF4-FFF2-40B4-BE49-F238E27FC236}">
                <a16:creationId xmlns:a16="http://schemas.microsoft.com/office/drawing/2014/main" id="{D0B4EC3F-FA34-4F14-A843-2F78624B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00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12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CONCEPT ONLY · NOT IMPLEMENTED</a:t>
            </a:r>
          </a:p>
        </p:txBody>
      </p:sp>
      <p:sp>
        <p:nvSpPr>
          <p:cNvPr id="16" name="page-4">
            <a:extLst xmlns:a="http://schemas.openxmlformats.org/drawingml/2006/main">
              <a:ext uri="{FF2B5EF4-FFF2-40B4-BE49-F238E27FC236}">
                <a16:creationId xmlns:a16="http://schemas.microsoft.com/office/drawing/2014/main" id="{3E70D1F6-46B5-4326-BF81-D022391E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000000"/>
                </a:solidFill>
              </a:defRPr>
            </a:pPr>
            <a:r>
              <a:rPr sz="975">
                <a:solidFill>
                  <a:srgbClr val="00000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1267325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E07A7E74-9278-40BE-8F95-ED767267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771E2DBF-F1BC-438D-865A-0F15095E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 the shell in an order that keeps failure local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856AE1C-7F4F-4F92-B38C-C6498C90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DD4076E-0F45-4366-A110-2F89A7DE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AC4B023-ED2D-403F-8953-EBF7AF3E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CD1F572D-D5E9-485A-A6D1-7A9554D4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1 · RUNTIME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04E08DD-6BDE-46E6-A722-559AD729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2 · FRAME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0DB7666-D8D6-4A66-B7C3-01D35004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3 · EXIT + EVIDENCE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3F4B6D3B-436B-48BC-B56E-8D3DBD0C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Render only four regions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11827"/>
                </a:solidFill>
                <a:latin typeface="Helvetica Neue"/>
                <a:ea typeface="Helvetica Neue"/>
                <a:cs typeface="Helvetica Neue"/>
              </a:rPr>
              <a:t>Keep state local and static. Assert user-visible labels rather than incidental whitespace.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0C6D7906-2F40-43F6-A337-E035C029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Pin before render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11827"/>
                </a:solidFill>
                <a:latin typeface="Helvetica Neue"/>
                <a:ea typeface="Helvetica Neue"/>
                <a:cs typeface="Helvetica Neue"/>
              </a:rPr>
              <a:t>Select Ink, align the Node pin and engines range, then fail early with setup guidance.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6ECB029-3E85-49D3-B53C-9B01C3BD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 restoration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111827"/>
                </a:solidFill>
                <a:latin typeface="Helvetica Neue"/>
                <a:ea typeface="Helvetica Neue"/>
                <a:cs typeface="Helvetica Neue"/>
              </a:rPr>
              <a:t>Unify Ctrl+C cleanup, test the guard, then inspect launch and exit manually in WSL.</a:t>
            </a:r>
          </a:p>
        </p:txBody>
      </p:sp>
    </p:spTree>
    <p:extLst>
      <p:ext uri="{BB962C8B-B14F-4D97-AF65-F5344CB8AC3E}">
        <p14:creationId xmlns:p14="http://schemas.microsoft.com/office/powerpoint/2010/main" val="43531381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F9C6BD1-B466-448D-BC06-1193F7F5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45D3383D-B61B-4AC5-A51D-696FEA9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Two early failures reveal the right boundary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F9B1CDA2-02F4-45C1-B0B7-885A9C1E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BB1FAAE4-C9EF-41D9-96C1-03AF0ED6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Unsupported Node fails deep inside Ink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ACD39847-8EE4-46E0-93CE-CBC0CE56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 before React renders</a:t>
            </a:r>
          </a:p>
          <a:p xmlns:a="http://schemas.openxmlformats.org/drawingml/2006/main">
            <a:pPr marL="228600" indent="-228600"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Show the supported range</a:t>
            </a:r>
          </a:p>
          <a:p xmlns:a="http://schemas.openxmlformats.org/drawingml/2006/main">
            <a:pPr marL="228600" indent="-228600"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 with an isolated test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5B8E2266-F09E-44EA-BFF9-A8720059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A558F7DC-4961-46DD-BAF2-794DA149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Ctrl+C leaves a damaged prompt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F899739-0F99-4C20-95DD-124DA92E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Unmount exactly once</a:t>
            </a:r>
          </a:p>
          <a:p xmlns:a="http://schemas.openxmlformats.org/drawingml/2006/main">
            <a:pPr marL="228600" indent="-228600"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Restore cursor and input state</a:t>
            </a:r>
          </a:p>
          <a:p xmlns:a="http://schemas.openxmlformats.org/drawingml/2006/main">
            <a:pPr marL="228600" indent="-228600"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Confirm manually in WSL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4EE0FE0E-5CA2-4AFE-B139-84943D57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design rule</a:t>
            </a:r>
          </a:p>
          <a:p xmlns:a="http://schemas.openxmlformats.org/drawingml/2006/main">
            <a:pPr algn="l">
              <a:lnSpc>
                <a:spcPct val="110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Reject invalid runtime and lifecycle states at the TUI boundary before adding process or protocol behavior.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Each failure must produce an observable, actionable outcome.</a:t>
            </a:r>
          </a:p>
        </p:txBody>
      </p:sp>
    </p:spTree>
    <p:extLst>
      <p:ext uri="{BB962C8B-B14F-4D97-AF65-F5344CB8AC3E}">
        <p14:creationId xmlns:p14="http://schemas.microsoft.com/office/powerpoint/2010/main" val="19944466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C57D14BE-93B6-4FE0-9696-06ABE03E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static shell is
a real boundary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5D6473E-D818-4B2A-A535-088474E9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8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Render what exists</a:t>
            </a:r>
          </a:p>
          <a:p xmlns:a="http://schemas.openxmlformats.org/drawingml/2006/main">
            <a:pPr algn="l">
              <a:lnSpc>
                <a:spcPct val="105000"/>
              </a:lnSpc>
              <a:spcBef>
                <a:spcPts val="8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Exit cleanly</a:t>
            </a:r>
          </a:p>
          <a:p xmlns:a="http://schemas.openxmlformats.org/drawingml/2006/main">
            <a:pPr algn="l">
              <a:lnSpc>
                <a:spcPct val="105000"/>
              </a:lnSpc>
              <a:spcBef>
                <a:spcPts val="8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Defer orchestration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076FB04-F2D1-4E9F-B765-96DE084A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1000"/>
              </a:spcBef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CAH-002</a:t>
            </a:r>
          </a:p>
        </p:txBody>
      </p:sp>
    </p:spTree>
    <p:extLst>
      <p:ext uri="{BB962C8B-B14F-4D97-AF65-F5344CB8AC3E}">
        <p14:creationId xmlns:p14="http://schemas.microsoft.com/office/powerpoint/2010/main" val="19248463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2026-07-15T17:49:39.6320000Z</dcterms:created>
  <dcterms:modified xsi:type="dcterms:W3CDTF">2026-07-15T17:49:39.6320000Z</dcterms:modified>
</coreProperties>
</file>