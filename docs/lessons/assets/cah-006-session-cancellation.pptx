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c0834ca7c74290" /><Relationship Type="http://schemas.openxmlformats.org/officeDocument/2006/relationships/extended-properties" Target="/docProps/app.xml" Id="R1872729163504b9e" /><Relationship Type="http://schemas.openxmlformats.org/officeDocument/2006/relationships/officeDocument" Target="/ppt/presentation.xml" Id="R084592e8e40243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953bba8bf34392"/>
  </p:sldMasterIdLst>
  <p:notesMasterIdLst>
    <p:notesMasterId xmlns:r="http://schemas.openxmlformats.org/officeDocument/2006/relationships" r:id="Reb8dcad511994ba6"/>
  </p:notesMasterIdLst>
  <p:sldIdLst>
    <p:sldId xmlns:r="http://schemas.openxmlformats.org/officeDocument/2006/relationships" id="256" r:id="R500c3a6e38fa446c"/>
    <p:sldId xmlns:r="http://schemas.openxmlformats.org/officeDocument/2006/relationships" id="257" r:id="Rb950b37851194404"/>
    <p:sldId xmlns:r="http://schemas.openxmlformats.org/officeDocument/2006/relationships" id="258" r:id="Rfa49fcf0cd154c40"/>
    <p:sldId xmlns:r="http://schemas.openxmlformats.org/officeDocument/2006/relationships" id="259" r:id="R4625e68b5f064fc9"/>
    <p:sldId xmlns:r="http://schemas.openxmlformats.org/officeDocument/2006/relationships" id="260" r:id="R1a20f28165e046dd"/>
    <p:sldId xmlns:r="http://schemas.openxmlformats.org/officeDocument/2006/relationships" id="261" r:id="R9f084dd36e724f76"/>
    <p:sldId xmlns:r="http://schemas.openxmlformats.org/officeDocument/2006/relationships" id="262" r:id="Rbec01cb230f04662"/>
    <p:sldId xmlns:r="http://schemas.openxmlformats.org/officeDocument/2006/relationships" id="263" r:id="R4da2270b93f343a7"/>
    <p:sldId xmlns:r="http://schemas.openxmlformats.org/officeDocument/2006/relationships" id="264" r:id="R7a01750881c94408"/>
    <p:sldId xmlns:r="http://schemas.openxmlformats.org/officeDocument/2006/relationships" id="265" r:id="R3778c635fe6e470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83e03824e343e1" /><Relationship Type="http://schemas.openxmlformats.org/officeDocument/2006/relationships/slideMaster" Target="/ppt/slideMasters/slideMaster1.xml" Id="R6c953bba8bf34392" /><Relationship Type="http://schemas.openxmlformats.org/officeDocument/2006/relationships/notesMaster" Target="/ppt/notesMasters/notesMaster1.xml" Id="Reb8dcad511994ba6" /><Relationship Type="http://schemas.openxmlformats.org/officeDocument/2006/relationships/presProps" Target="/ppt/presProps.xml" Id="Rc479ad37e92e419c" /><Relationship Type="http://schemas.openxmlformats.org/officeDocument/2006/relationships/tableStyles" Target="/ppt/tableStyles.xml" Id="Rc454822d4e2847a4" /><Relationship Type="http://schemas.openxmlformats.org/officeDocument/2006/relationships/slide" Target="/ppt/slides/slide1.xml" Id="R500c3a6e38fa446c" /><Relationship Type="http://schemas.openxmlformats.org/officeDocument/2006/relationships/slide" Target="/ppt/slides/slide2.xml" Id="Rb950b37851194404" /><Relationship Type="http://schemas.openxmlformats.org/officeDocument/2006/relationships/slide" Target="/ppt/slides/slide3.xml" Id="Rfa49fcf0cd154c40" /><Relationship Type="http://schemas.openxmlformats.org/officeDocument/2006/relationships/slide" Target="/ppt/slides/slide4.xml" Id="R4625e68b5f064fc9" /><Relationship Type="http://schemas.openxmlformats.org/officeDocument/2006/relationships/slide" Target="/ppt/slides/slide5.xml" Id="R1a20f28165e046dd" /><Relationship Type="http://schemas.openxmlformats.org/officeDocument/2006/relationships/slide" Target="/ppt/slides/slide6.xml" Id="R9f084dd36e724f76" /><Relationship Type="http://schemas.openxmlformats.org/officeDocument/2006/relationships/slide" Target="/ppt/slides/slide7.xml" Id="Rbec01cb230f04662" /><Relationship Type="http://schemas.openxmlformats.org/officeDocument/2006/relationships/slide" Target="/ppt/slides/slide8.xml" Id="R4da2270b93f343a7" /><Relationship Type="http://schemas.openxmlformats.org/officeDocument/2006/relationships/slide" Target="/ppt/slides/slide9.xml" Id="R7a01750881c94408" /><Relationship Type="http://schemas.openxmlformats.org/officeDocument/2006/relationships/slide" Target="/ppt/slides/slide10.xml" Id="R3778c635fe6e47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157e0157fd4b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08109438894026" /><Relationship Type="http://schemas.openxmlformats.org/officeDocument/2006/relationships/notesMaster" Target="/ppt/notesMasters/notesMaster1.xml" Id="R266267c44e9c4c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8c0909c40c4008" /><Relationship Type="http://schemas.openxmlformats.org/officeDocument/2006/relationships/notesMaster" Target="/ppt/notesMasters/notesMaster1.xml" Id="R766b64b22a004f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1c430ac3c54c8c" /><Relationship Type="http://schemas.openxmlformats.org/officeDocument/2006/relationships/notesMaster" Target="/ppt/notesMasters/notesMaster1.xml" Id="Ra9dda690b0a74f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688403e2124233" /><Relationship Type="http://schemas.openxmlformats.org/officeDocument/2006/relationships/notesMaster" Target="/ppt/notesMasters/notesMaster1.xml" Id="R27184e5421834f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f57d17e29e4881" /><Relationship Type="http://schemas.openxmlformats.org/officeDocument/2006/relationships/notesMaster" Target="/ppt/notesMasters/notesMaster1.xml" Id="Rc8d17dcdc5fd47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1be998d08a480d" /><Relationship Type="http://schemas.openxmlformats.org/officeDocument/2006/relationships/notesMaster" Target="/ppt/notesMasters/notesMaster1.xml" Id="Rbffb658bbf844d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558b2c76c34b85" /><Relationship Type="http://schemas.openxmlformats.org/officeDocument/2006/relationships/notesMaster" Target="/ppt/notesMasters/notesMaster1.xml" Id="Rf036688217c94c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85f165836b41fb" /><Relationship Type="http://schemas.openxmlformats.org/officeDocument/2006/relationships/notesMaster" Target="/ppt/notesMasters/notesMaster1.xml" Id="Rf9ac0b4291b449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8993824a9a424b" /><Relationship Type="http://schemas.openxmlformats.org/officeDocument/2006/relationships/notesMaster" Target="/ppt/notesMasters/notesMaster1.xml" Id="R7b823786d78349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805839850248c3" /><Relationship Type="http://schemas.openxmlformats.org/officeDocument/2006/relationships/notesMaster" Target="/ppt/notesMasters/notesMaster1.xml" Id="Rc45bcf90920f49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66ec779f048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51a6c207974606" /><Relationship Type="http://schemas.openxmlformats.org/officeDocument/2006/relationships/slideLayout" Target="/ppt/slideLayouts/slideLayout1.xml" Id="Rcb9914064df347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9914064df347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621d2cea64edf" /><Relationship Type="http://schemas.openxmlformats.org/officeDocument/2006/relationships/notesSlide" Target="/ppt/notesSlides/notesSlide1.xml" Id="Rf52db9921dfa42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3ecaea78747b9" /><Relationship Type="http://schemas.openxmlformats.org/officeDocument/2006/relationships/notesSlide" Target="/ppt/notesSlides/notesSlide2.xml" Id="R8f5be8ef3c5444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e1772c9ef423d" /><Relationship Type="http://schemas.openxmlformats.org/officeDocument/2006/relationships/notesSlide" Target="/ppt/notesSlides/notesSlide3.xml" Id="R722076ee310943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d8eeadfc54cfc" /><Relationship Type="http://schemas.openxmlformats.org/officeDocument/2006/relationships/notesSlide" Target="/ppt/notesSlides/notesSlide4.xml" Id="Rf5f97a081a8442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de1709e2045a6" /><Relationship Type="http://schemas.openxmlformats.org/officeDocument/2006/relationships/notesSlide" Target="/ppt/notesSlides/notesSlide5.xml" Id="Rab3fec3876c943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f37bdc1b740fd" /><Relationship Type="http://schemas.openxmlformats.org/officeDocument/2006/relationships/notesSlide" Target="/ppt/notesSlides/notesSlide6.xml" Id="Ra8240147be5c44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bb6860af64162" /><Relationship Type="http://schemas.openxmlformats.org/officeDocument/2006/relationships/notesSlide" Target="/ppt/notesSlides/notesSlide7.xml" Id="R1979f1131eb346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8fdbb709047ae" /><Relationship Type="http://schemas.openxmlformats.org/officeDocument/2006/relationships/notesSlide" Target="/ppt/notesSlides/notesSlide8.xml" Id="R3c8d5177b6f948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267de729c4ca7" /><Relationship Type="http://schemas.openxmlformats.org/officeDocument/2006/relationships/notesSlide" Target="/ppt/notesSlides/notesSlide9.xml" Id="R59a84ca0211140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9ac4150cc451c" /><Relationship Type="http://schemas.openxmlformats.org/officeDocument/2006/relationships/notesSlide" Target="/ppt/notesSlides/notesSlide10.xml" Id="R94c04e913fe84b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lue-rule">
            <a:extLst xmlns:a="http://schemas.openxmlformats.org/drawingml/2006/main">
              <a:ext uri="{FF2B5EF4-FFF2-40B4-BE49-F238E27FC236}">
                <a16:creationId xmlns:a16="http://schemas.microsoft.com/office/drawing/2014/main" id="{D1191428-910B-4324-9EB4-FC54A087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43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223ADA8D-4D87-4BC5-A66B-2C66A4E7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191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CAH-006  •  VISUAL LESSON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233AAC2-62CA-4884-B160-E5FB13B3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81150"/>
            <a:ext cx="10382250" cy="2838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Cancellation is an
acknowledged outcome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4A1E997-A2F2-47D3-A1A9-D88C386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85725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User intent, Python ownership, and exactly one terminal event</a:t>
            </a:r>
          </a:p>
        </p:txBody>
      </p:sp>
      <p:sp>
        <p:nvSpPr>
          <p:cNvPr id="5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C62319BD-C308-46A0-A7D7-1E3E2377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19800"/>
            <a:ext cx="2933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IMPLEMENTATION COMPANION</a:t>
            </a:r>
          </a:p>
        </p:txBody>
      </p:sp>
    </p:spTree>
    <p:extLst>
      <p:ext uri="{BB962C8B-B14F-4D97-AF65-F5344CB8AC3E}">
        <p14:creationId xmlns:p14="http://schemas.microsoft.com/office/powerpoint/2010/main" val="616046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D6DC3C55-0062-4567-8747-96C0480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ED29813-D7E4-4E06-972D-AD91E371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keypress is intent—not proof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1B864E09-A7EA-478C-A756-EFBE7F50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85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safe design keeps the UI honest until Python acknowledges the terminal result.</a:t>
            </a:r>
          </a:p>
        </p:txBody>
      </p:sp>
      <p:cxnSp>
        <p:nvCxnSpPr>
          <p:cNvPr id="25" name="request-divider"/>
          <p:cNvCxnSpPr/>
          <p:nvPr/>
        </p:nvCxnSpPr>
        <p:spPr>
          <a:xfrm xmlns:a="http://schemas.openxmlformats.org/drawingml/2006/main">
            <a:off x="6096000" y="2247900"/>
            <a:ext cx="953" cy="3162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request-local-kicker">
            <a:extLst xmlns:a="http://schemas.openxmlformats.org/drawingml/2006/main">
              <a:ext uri="{FF2B5EF4-FFF2-40B4-BE49-F238E27FC236}">
                <a16:creationId xmlns:a16="http://schemas.microsoft.com/office/drawing/2014/main" id="{950A64D1-419C-493A-B4A4-72345527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t>LOCAL-ONLY CANCEL</a:t>
            </a:r>
          </a:p>
        </p:txBody>
      </p:sp>
      <p:sp>
        <p:nvSpPr>
          <p:cNvPr id="6" name="request-local-key">
            <a:extLst xmlns:a="http://schemas.openxmlformats.org/drawingml/2006/main">
              <a:ext uri="{FF2B5EF4-FFF2-40B4-BE49-F238E27FC236}">
                <a16:creationId xmlns:a16="http://schemas.microsoft.com/office/drawing/2014/main" id="{58362FCA-EC78-438E-8C01-B763449C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428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</a:t>
            </a:r>
          </a:p>
        </p:txBody>
      </p:sp>
      <p:sp>
        <p:nvSpPr>
          <p:cNvPr id="7" name="request-local-arrow">
            <a:extLst xmlns:a="http://schemas.openxmlformats.org/drawingml/2006/main">
              <a:ext uri="{FF2B5EF4-FFF2-40B4-BE49-F238E27FC236}">
                <a16:creationId xmlns:a16="http://schemas.microsoft.com/office/drawing/2014/main" id="{5368C130-C1CE-4107-BEC3-B7475DC0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48000"/>
            <a:ext cx="7048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quest-local-ui">
            <a:extLst xmlns:a="http://schemas.openxmlformats.org/drawingml/2006/main">
              <a:ext uri="{FF2B5EF4-FFF2-40B4-BE49-F238E27FC236}">
                <a16:creationId xmlns:a16="http://schemas.microsoft.com/office/drawing/2014/main" id="{DD9A38D6-1B79-4D8B-BD61-2071F16F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25908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DE6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quest-local-ui-label">
            <a:extLst xmlns:a="http://schemas.openxmlformats.org/drawingml/2006/main">
              <a:ext uri="{FF2B5EF4-FFF2-40B4-BE49-F238E27FC236}">
                <a16:creationId xmlns:a16="http://schemas.microsoft.com/office/drawing/2014/main" id="{987C8077-B3F5-4CEB-8FAC-284DE692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2133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t>UI says stopped</a:t>
            </a:r>
          </a:p>
        </p:txBody>
      </p:sp>
      <p:cxnSp>
        <p:nvCxnSpPr>
          <p:cNvPr id="31" name="request-local-still"/>
          <p:cNvCxnSpPr/>
          <p:nvPr/>
        </p:nvCxnSpPr>
        <p:spPr>
          <a:xfrm xmlns:a="http://schemas.openxmlformats.org/drawingml/2006/main">
            <a:off x="400050" y="4305300"/>
            <a:ext cx="47815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92D20"/>
            </a:solidFill>
            <a:prstDash val="solid"/>
          </a:ln>
        </p:spPr>
      </p:cxnSp>
      <p:sp>
        <p:nvSpPr>
          <p:cNvPr id="11" name="request-local-risk">
            <a:extLst xmlns:a="http://schemas.openxmlformats.org/drawingml/2006/main">
              <a:ext uri="{FF2B5EF4-FFF2-40B4-BE49-F238E27FC236}">
                <a16:creationId xmlns:a16="http://schemas.microsoft.com/office/drawing/2014/main" id="{ED9CC0D6-DCEB-4B33-91DB-57229048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47815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Python can still emit deltas
or a contradictory completion.</a:t>
            </a:r>
          </a:p>
        </p:txBody>
      </p:sp>
      <p:sp>
        <p:nvSpPr>
          <p:cNvPr id="12" name="request-safe-kicker">
            <a:extLst xmlns:a="http://schemas.openxmlformats.org/drawingml/2006/main">
              <a:ext uri="{FF2B5EF4-FFF2-40B4-BE49-F238E27FC236}">
                <a16:creationId xmlns:a16="http://schemas.microsoft.com/office/drawing/2014/main" id="{5B280D1D-27C7-4B4A-BA5F-8CB8E07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71700"/>
            <a:ext cx="5162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PROTOCOL-VISIBLE CANCEL</a:t>
            </a:r>
          </a:p>
        </p:txBody>
      </p:sp>
      <p:sp>
        <p:nvSpPr>
          <p:cNvPr id="13" name="request-safe-key">
            <a:extLst xmlns:a="http://schemas.openxmlformats.org/drawingml/2006/main">
              <a:ext uri="{FF2B5EF4-FFF2-40B4-BE49-F238E27FC236}">
                <a16:creationId xmlns:a16="http://schemas.microsoft.com/office/drawing/2014/main" id="{F09BED6F-BAF0-4705-9E5F-AA790DE6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1104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</a:t>
            </a:r>
          </a:p>
        </p:txBody>
      </p:sp>
      <p:sp>
        <p:nvSpPr>
          <p:cNvPr id="14" name="request-safe-arrow-1">
            <a:extLst xmlns:a="http://schemas.openxmlformats.org/drawingml/2006/main">
              <a:ext uri="{FF2B5EF4-FFF2-40B4-BE49-F238E27FC236}">
                <a16:creationId xmlns:a16="http://schemas.microsoft.com/office/drawing/2014/main" id="{92913F40-BB14-4787-A7C0-A2BAFAA2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48000"/>
            <a:ext cx="628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quest-safe-command">
            <a:extLst xmlns:a="http://schemas.openxmlformats.org/drawingml/2006/main">
              <a:ext uri="{FF2B5EF4-FFF2-40B4-BE49-F238E27FC236}">
                <a16:creationId xmlns:a16="http://schemas.microsoft.com/office/drawing/2014/main" id="{CBD10225-D000-4E53-8E83-2C6DFDE4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302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quest-safe-command-label">
            <a:extLst xmlns:a="http://schemas.openxmlformats.org/drawingml/2006/main">
              <a:ext uri="{FF2B5EF4-FFF2-40B4-BE49-F238E27FC236}">
                <a16:creationId xmlns:a16="http://schemas.microsoft.com/office/drawing/2014/main" id="{CB10748E-E391-47C1-93A9-66BAD65B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2533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session.cancel
active session ID</a:t>
            </a:r>
          </a:p>
        </p:txBody>
      </p:sp>
      <p:sp>
        <p:nvSpPr>
          <p:cNvPr id="17" name="request-safe-pending">
            <a:extLst xmlns:a="http://schemas.openxmlformats.org/drawingml/2006/main">
              <a:ext uri="{FF2B5EF4-FFF2-40B4-BE49-F238E27FC236}">
                <a16:creationId xmlns:a16="http://schemas.microsoft.com/office/drawing/2014/main" id="{89EC44EF-6697-4540-B3E6-B1AD05D9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10050"/>
            <a:ext cx="2228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TUI: CANCELLING</a:t>
            </a:r>
          </a:p>
        </p:txBody>
      </p:sp>
      <p:sp>
        <p:nvSpPr>
          <p:cNvPr id="18" name="request-safe-arrow-2">
            <a:extLst xmlns:a="http://schemas.openxmlformats.org/drawingml/2006/main">
              <a:ext uri="{FF2B5EF4-FFF2-40B4-BE49-F238E27FC236}">
                <a16:creationId xmlns:a16="http://schemas.microsoft.com/office/drawing/2014/main" id="{29548503-6ED7-44E3-A229-B49D336E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38625"/>
            <a:ext cx="628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quest-safe-terminal">
            <a:extLst xmlns:a="http://schemas.openxmlformats.org/drawingml/2006/main">
              <a:ext uri="{FF2B5EF4-FFF2-40B4-BE49-F238E27FC236}">
                <a16:creationId xmlns:a16="http://schemas.microsoft.com/office/drawing/2014/main" id="{65706C9F-3164-417D-A236-E91BC558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76700"/>
            <a:ext cx="2286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7A55"/>
                </a:solidFill>
                <a:latin typeface="Helvetica Neue"/>
                <a:ea typeface="Helvetica Neue"/>
                <a:cs typeface="Helvetica Neue"/>
              </a:defRPr>
            </a:pPr>
            <a:r>
              <a:t>Python event:
SESSION.CANCELLED</a:t>
            </a:r>
          </a:p>
        </p:txBody>
      </p:sp>
      <p:sp>
        <p:nvSpPr>
          <p:cNvPr id="20" name="request-principle">
            <a:extLst xmlns:a="http://schemas.openxmlformats.org/drawingml/2006/main">
              <a:ext uri="{FF2B5EF4-FFF2-40B4-BE49-F238E27FC236}">
                <a16:creationId xmlns:a16="http://schemas.microsoft.com/office/drawing/2014/main" id="{1FC5ECB6-4DF0-40CE-A7CB-E6A533BD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quest-principle-text">
            <a:extLst xmlns:a="http://schemas.openxmlformats.org/drawingml/2006/main">
              <a:ext uri="{FF2B5EF4-FFF2-40B4-BE49-F238E27FC236}">
                <a16:creationId xmlns:a16="http://schemas.microsoft.com/office/drawing/2014/main" id="{38BF40E4-8517-40EE-AE9E-216BF147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Only the terminal event establishes the outcome.</a:t>
            </a:r>
          </a:p>
        </p:txBody>
      </p:sp>
    </p:spTree>
    <p:extLst>
      <p:ext uri="{BB962C8B-B14F-4D97-AF65-F5344CB8AC3E}">
        <p14:creationId xmlns:p14="http://schemas.microsoft.com/office/powerpoint/2010/main" val="96690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D4437125-9970-45ED-9561-75F43BDB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2EF51E2-E91D-497E-B7D6-83004F49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Cancellation crosses the boundary twice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B93B1E59-F05F-4725-8CCB-A51CAC63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85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The command carries intent into Python; the correlated event carries authority back.</a:t>
            </a:r>
          </a:p>
        </p:txBody>
      </p:sp>
      <p:sp>
        <p:nvSpPr>
          <p:cNvPr id="4" name="ownership-arrow-1">
            <a:extLst xmlns:a="http://schemas.openxmlformats.org/drawingml/2006/main">
              <a:ext uri="{FF2B5EF4-FFF2-40B4-BE49-F238E27FC236}">
                <a16:creationId xmlns:a16="http://schemas.microsoft.com/office/drawing/2014/main" id="{299D35CF-18EE-4E8C-95AD-678365A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33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wnership-card-1">
            <a:extLst xmlns:a="http://schemas.openxmlformats.org/drawingml/2006/main">
              <a:ext uri="{FF2B5EF4-FFF2-40B4-BE49-F238E27FC236}">
                <a16:creationId xmlns:a16="http://schemas.microsoft.com/office/drawing/2014/main" id="{C1F2638E-80F6-437D-A36F-D72E8ED5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6" name="ownership-card-title-1">
            <a:extLst xmlns:a="http://schemas.openxmlformats.org/drawingml/2006/main">
              <a:ext uri="{FF2B5EF4-FFF2-40B4-BE49-F238E27FC236}">
                <a16:creationId xmlns:a16="http://schemas.microsoft.com/office/drawing/2014/main" id="{B1434703-BF1D-4864-A426-92BC5732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31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Ink</a:t>
            </a:r>
          </a:p>
        </p:txBody>
      </p:sp>
      <p:sp>
        <p:nvSpPr>
          <p:cNvPr id="7" name="ownership-card-body-1">
            <a:extLst xmlns:a="http://schemas.openxmlformats.org/drawingml/2006/main">
              <a:ext uri="{FF2B5EF4-FFF2-40B4-BE49-F238E27FC236}">
                <a16:creationId xmlns:a16="http://schemas.microsoft.com/office/drawing/2014/main" id="{50D75756-336B-4A26-9AAD-0F2D9A44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314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Escape
active-only</a:t>
            </a:r>
          </a:p>
        </p:txBody>
      </p:sp>
      <p:sp>
        <p:nvSpPr>
          <p:cNvPr id="8" name="ownership-arrow-2">
            <a:extLst xmlns:a="http://schemas.openxmlformats.org/drawingml/2006/main">
              <a:ext uri="{FF2B5EF4-FFF2-40B4-BE49-F238E27FC236}">
                <a16:creationId xmlns:a16="http://schemas.microsoft.com/office/drawing/2014/main" id="{59AF2B2A-5BFD-4574-8DA8-9EC4E5A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wnership-card-2">
            <a:extLst xmlns:a="http://schemas.openxmlformats.org/drawingml/2006/main">
              <a:ext uri="{FF2B5EF4-FFF2-40B4-BE49-F238E27FC236}">
                <a16:creationId xmlns:a16="http://schemas.microsoft.com/office/drawing/2014/main" id="{D0B33F5A-813B-4C61-94F8-6564B249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2890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DCEBFF"/>
            </a:solidFill>
            <a:prstDash val="solid"/>
          </a:ln>
        </p:spPr>
      </p:sp>
      <p:sp>
        <p:nvSpPr>
          <p:cNvPr id="10" name="ownership-card-title-2">
            <a:extLst xmlns:a="http://schemas.openxmlformats.org/drawingml/2006/main">
              <a:ext uri="{FF2B5EF4-FFF2-40B4-BE49-F238E27FC236}">
                <a16:creationId xmlns:a16="http://schemas.microsoft.com/office/drawing/2014/main" id="{870A8F9B-62D4-490A-AAC2-0D6AD889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57500"/>
            <a:ext cx="131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Supervisor</a:t>
            </a:r>
          </a:p>
        </p:txBody>
      </p:sp>
      <p:sp>
        <p:nvSpPr>
          <p:cNvPr id="11" name="ownership-card-body-2">
            <a:extLst xmlns:a="http://schemas.openxmlformats.org/drawingml/2006/main">
              <a:ext uri="{FF2B5EF4-FFF2-40B4-BE49-F238E27FC236}">
                <a16:creationId xmlns:a16="http://schemas.microsoft.com/office/drawing/2014/main" id="{907B63B4-CAB1-4513-B9C0-EF502C61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29000"/>
            <a:ext cx="1314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issue cancel ID
publish pending</a:t>
            </a:r>
          </a:p>
        </p:txBody>
      </p:sp>
      <p:sp>
        <p:nvSpPr>
          <p:cNvPr id="12" name="ownership-arrow-3">
            <a:extLst xmlns:a="http://schemas.openxmlformats.org/drawingml/2006/main">
              <a:ext uri="{FF2B5EF4-FFF2-40B4-BE49-F238E27FC236}">
                <a16:creationId xmlns:a16="http://schemas.microsoft.com/office/drawing/2014/main" id="{7D67734F-2C6A-49B5-BD5E-7749D938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33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wnership-card-3">
            <a:extLst xmlns:a="http://schemas.openxmlformats.org/drawingml/2006/main">
              <a:ext uri="{FF2B5EF4-FFF2-40B4-BE49-F238E27FC236}">
                <a16:creationId xmlns:a16="http://schemas.microsoft.com/office/drawing/2014/main" id="{6E9129F0-AF10-42F4-B3E3-4C86D543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EDEDED"/>
            </a:solidFill>
            <a:prstDash val="solid"/>
          </a:ln>
        </p:spPr>
      </p:sp>
      <p:sp>
        <p:nvSpPr>
          <p:cNvPr id="14" name="ownership-card-title-3">
            <a:extLst xmlns:a="http://schemas.openxmlformats.org/drawingml/2006/main">
              <a:ext uri="{FF2B5EF4-FFF2-40B4-BE49-F238E27FC236}">
                <a16:creationId xmlns:a16="http://schemas.microsoft.com/office/drawing/2014/main" id="{AFBCD834-3FC7-433E-8446-66ABFB63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131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NDJSON stdin</a:t>
            </a:r>
          </a:p>
        </p:txBody>
      </p:sp>
      <p:sp>
        <p:nvSpPr>
          <p:cNvPr id="15" name="ownership-card-body-3">
            <a:extLst xmlns:a="http://schemas.openxmlformats.org/drawingml/2006/main">
              <a:ext uri="{FF2B5EF4-FFF2-40B4-BE49-F238E27FC236}">
                <a16:creationId xmlns:a16="http://schemas.microsoft.com/office/drawing/2014/main" id="{81EA634F-91E3-4966-BEF6-7982C539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1314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
session.cancel</a:t>
            </a:r>
          </a:p>
        </p:txBody>
      </p:sp>
      <p:sp>
        <p:nvSpPr>
          <p:cNvPr id="16" name="ownership-arrow-4">
            <a:extLst xmlns:a="http://schemas.openxmlformats.org/drawingml/2006/main">
              <a:ext uri="{FF2B5EF4-FFF2-40B4-BE49-F238E27FC236}">
                <a16:creationId xmlns:a16="http://schemas.microsoft.com/office/drawing/2014/main" id="{3DD02359-513D-40C2-B453-34DE8DD8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33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wnership-card-4">
            <a:extLst xmlns:a="http://schemas.openxmlformats.org/drawingml/2006/main">
              <a:ext uri="{FF2B5EF4-FFF2-40B4-BE49-F238E27FC236}">
                <a16:creationId xmlns:a16="http://schemas.microsoft.com/office/drawing/2014/main" id="{BC2C3C88-D25D-4337-86D0-342A3B2C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8" name="ownership-card-title-4">
            <a:extLst xmlns:a="http://schemas.openxmlformats.org/drawingml/2006/main">
              <a:ext uri="{FF2B5EF4-FFF2-40B4-BE49-F238E27FC236}">
                <a16:creationId xmlns:a16="http://schemas.microsoft.com/office/drawing/2014/main" id="{1A14B24F-3D60-4BC8-ACF2-8D05AA1F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131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Python runtime</a:t>
            </a:r>
          </a:p>
        </p:txBody>
      </p:sp>
      <p:sp>
        <p:nvSpPr>
          <p:cNvPr id="19" name="ownership-card-body-4">
            <a:extLst xmlns:a="http://schemas.openxmlformats.org/drawingml/2006/main">
              <a:ext uri="{FF2B5EF4-FFF2-40B4-BE49-F238E27FC236}">
                <a16:creationId xmlns:a16="http://schemas.microsoft.com/office/drawing/2014/main" id="{98DDF058-BE55-468E-8491-95F71088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1314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verify target
signal work</a:t>
            </a:r>
          </a:p>
        </p:txBody>
      </p:sp>
      <p:sp>
        <p:nvSpPr>
          <p:cNvPr id="20" name="ownership-arrow-5">
            <a:extLst xmlns:a="http://schemas.openxmlformats.org/drawingml/2006/main">
              <a:ext uri="{FF2B5EF4-FFF2-40B4-BE49-F238E27FC236}">
                <a16:creationId xmlns:a16="http://schemas.microsoft.com/office/drawing/2014/main" id="{6DC3F152-6A20-4996-A932-B1E01912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33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wnership-card-5">
            <a:extLst xmlns:a="http://schemas.openxmlformats.org/drawingml/2006/main">
              <a:ext uri="{FF2B5EF4-FFF2-40B4-BE49-F238E27FC236}">
                <a16:creationId xmlns:a16="http://schemas.microsoft.com/office/drawing/2014/main" id="{23FA41A4-BDBA-4E9E-AE55-337492F2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DCEBFF"/>
            </a:solidFill>
            <a:prstDash val="solid"/>
          </a:ln>
        </p:spPr>
      </p:sp>
      <p:sp>
        <p:nvSpPr>
          <p:cNvPr id="22" name="ownership-card-title-5">
            <a:extLst xmlns:a="http://schemas.openxmlformats.org/drawingml/2006/main">
              <a:ext uri="{FF2B5EF4-FFF2-40B4-BE49-F238E27FC236}">
                <a16:creationId xmlns:a16="http://schemas.microsoft.com/office/drawing/2014/main" id="{7FFCC61D-8C26-4A9D-B20C-A288A7F2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131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Terminal guard</a:t>
            </a:r>
          </a:p>
        </p:txBody>
      </p:sp>
      <p:sp>
        <p:nvSpPr>
          <p:cNvPr id="23" name="ownership-card-body-5">
            <a:extLst xmlns:a="http://schemas.openxmlformats.org/drawingml/2006/main">
              <a:ext uri="{FF2B5EF4-FFF2-40B4-BE49-F238E27FC236}">
                <a16:creationId xmlns:a16="http://schemas.microsoft.com/office/drawing/2014/main" id="{799D6E06-E662-49C5-9022-D460D96D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314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first valid
claim wins</a:t>
            </a:r>
          </a:p>
        </p:txBody>
      </p:sp>
      <p:sp>
        <p:nvSpPr>
          <p:cNvPr id="24" name="ownership-card-6">
            <a:extLst xmlns:a="http://schemas.openxmlformats.org/drawingml/2006/main">
              <a:ext uri="{FF2B5EF4-FFF2-40B4-BE49-F238E27FC236}">
                <a16:creationId xmlns:a16="http://schemas.microsoft.com/office/drawing/2014/main" id="{2BC766F7-0589-46E9-A0AC-471B4A3B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2890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19050">
            <a:solidFill>
              <a:srgbClr val="DDF4EA"/>
            </a:solidFill>
            <a:prstDash val="solid"/>
          </a:ln>
        </p:spPr>
      </p:sp>
      <p:sp>
        <p:nvSpPr>
          <p:cNvPr id="25" name="ownership-card-title-6">
            <a:extLst xmlns:a="http://schemas.openxmlformats.org/drawingml/2006/main">
              <a:ext uri="{FF2B5EF4-FFF2-40B4-BE49-F238E27FC236}">
                <a16:creationId xmlns:a16="http://schemas.microsoft.com/office/drawing/2014/main" id="{22AB2356-8B86-46EE-843C-05F40FD6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57500"/>
            <a:ext cx="13144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NDJSON stdout</a:t>
            </a:r>
          </a:p>
        </p:txBody>
      </p:sp>
      <p:sp>
        <p:nvSpPr>
          <p:cNvPr id="26" name="ownership-card-body-6">
            <a:extLst xmlns:a="http://schemas.openxmlformats.org/drawingml/2006/main">
              <a:ext uri="{FF2B5EF4-FFF2-40B4-BE49-F238E27FC236}">
                <a16:creationId xmlns:a16="http://schemas.microsoft.com/office/drawing/2014/main" id="{61A9822E-BA53-4EF4-B72C-1F3320FA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29000"/>
            <a:ext cx="13144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session.cancelled
winning cancel ID</a:t>
            </a:r>
          </a:p>
        </p:txBody>
      </p:sp>
      <p:sp>
        <p:nvSpPr>
          <p:cNvPr id="27" name="ownership-command-label">
            <a:extLst xmlns:a="http://schemas.openxmlformats.org/drawingml/2006/main">
              <a:ext uri="{FF2B5EF4-FFF2-40B4-BE49-F238E27FC236}">
                <a16:creationId xmlns:a16="http://schemas.microsoft.com/office/drawing/2014/main" id="{51C45121-0E74-4C3E-97BF-6EA93212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REQUEST PATH</a:t>
            </a:r>
          </a:p>
        </p:txBody>
      </p:sp>
      <p:sp>
        <p:nvSpPr>
          <p:cNvPr id="28" name="ownership-event-label">
            <a:extLst xmlns:a="http://schemas.openxmlformats.org/drawingml/2006/main">
              <a:ext uri="{FF2B5EF4-FFF2-40B4-BE49-F238E27FC236}">
                <a16:creationId xmlns:a16="http://schemas.microsoft.com/office/drawing/2014/main" id="{77D5A3A4-937D-499E-B0B7-164EAEC6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67250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7A55"/>
                </a:solidFill>
                <a:latin typeface="Helvetica Neue"/>
                <a:ea typeface="Helvetica Neue"/>
                <a:cs typeface="Helvetica Neue"/>
              </a:defRPr>
            </a:pPr>
            <a:r>
              <a:t>ACKNOWLEDGEMENT PATH</a:t>
            </a:r>
          </a:p>
        </p:txBody>
      </p:sp>
      <p:cxnSp>
        <p:nvCxnSpPr>
          <p:cNvPr id="59" name="ownership-footer-rule"/>
          <p:cNvCxnSpPr/>
          <p:nvPr/>
        </p:nvCxnSpPr>
        <p:spPr>
          <a:xfrm xmlns:a="http://schemas.openxmlformats.org/drawingml/2006/main">
            <a:off x="400050" y="539115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30" name="ownership-footer">
            <a:extLst xmlns:a="http://schemas.openxmlformats.org/drawingml/2006/main">
              <a:ext uri="{FF2B5EF4-FFF2-40B4-BE49-F238E27FC236}">
                <a16:creationId xmlns:a16="http://schemas.microsoft.com/office/drawing/2014/main" id="{E42A5D1F-A149-4A17-A1BD-D693B9FA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66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Correlation changes only for the cancelled terminal: it points to the first cancel command that won.</a:t>
            </a:r>
          </a:p>
        </p:txBody>
      </p:sp>
    </p:spTree>
    <p:extLst>
      <p:ext uri="{BB962C8B-B14F-4D97-AF65-F5344CB8AC3E}">
        <p14:creationId xmlns:p14="http://schemas.microsoft.com/office/powerpoint/2010/main" val="1535797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D99A954D-5795-4884-97C9-09B0B6A4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C66D911-33DC-44B0-ACEC-53359904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Pending is local. Terminal is authoritative.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2E04061B-8D49-4F25-B1F4-739AA84C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85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Only Python can establish cancelled or completed; invalid tapes fail closed.</a:t>
            </a:r>
          </a:p>
        </p:txBody>
      </p:sp>
      <p:sp>
        <p:nvSpPr>
          <p:cNvPr id="4" name="state-local-label">
            <a:extLst xmlns:a="http://schemas.openxmlformats.org/drawingml/2006/main">
              <a:ext uri="{FF2B5EF4-FFF2-40B4-BE49-F238E27FC236}">
                <a16:creationId xmlns:a16="http://schemas.microsoft.com/office/drawing/2014/main" id="{C52ABBD6-9E4E-4970-BEE8-48557EF2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LOCAL INTERACTION STATE</a:t>
            </a:r>
          </a:p>
        </p:txBody>
      </p:sp>
      <p:sp>
        <p:nvSpPr>
          <p:cNvPr id="5" name="state-running">
            <a:extLst xmlns:a="http://schemas.openxmlformats.org/drawingml/2006/main">
              <a:ext uri="{FF2B5EF4-FFF2-40B4-BE49-F238E27FC236}">
                <a16:creationId xmlns:a16="http://schemas.microsoft.com/office/drawing/2014/main" id="{701C3ADB-8113-4C00-8636-DF53FA6E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e-running-text">
            <a:extLst xmlns:a="http://schemas.openxmlformats.org/drawingml/2006/main">
              <a:ext uri="{FF2B5EF4-FFF2-40B4-BE49-F238E27FC236}">
                <a16:creationId xmlns:a16="http://schemas.microsoft.com/office/drawing/2014/main" id="{2560577E-8040-4122-BADC-0EE2E925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924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RUNNING</a:t>
            </a:r>
          </a:p>
        </p:txBody>
      </p:sp>
      <p:sp>
        <p:nvSpPr>
          <p:cNvPr id="7" name="state-to-cancelling">
            <a:extLst xmlns:a="http://schemas.openxmlformats.org/drawingml/2006/main">
              <a:ext uri="{FF2B5EF4-FFF2-40B4-BE49-F238E27FC236}">
                <a16:creationId xmlns:a16="http://schemas.microsoft.com/office/drawing/2014/main" id="{6AB8CE85-0059-45B4-A31E-4DDC8C45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124200"/>
            <a:ext cx="704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te-cancelling">
            <a:extLst xmlns:a="http://schemas.openxmlformats.org/drawingml/2006/main">
              <a:ext uri="{FF2B5EF4-FFF2-40B4-BE49-F238E27FC236}">
                <a16:creationId xmlns:a16="http://schemas.microsoft.com/office/drawing/2014/main" id="{89774C14-378C-46AD-B34E-ABE313DD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te-cancelling-text">
            <a:extLst xmlns:a="http://schemas.openxmlformats.org/drawingml/2006/main">
              <a:ext uri="{FF2B5EF4-FFF2-40B4-BE49-F238E27FC236}">
                <a16:creationId xmlns:a16="http://schemas.microsoft.com/office/drawing/2014/main" id="{40B9092C-9AAB-4421-8017-59321F5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1924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CANCELLING</a:t>
            </a:r>
          </a:p>
        </p:txBody>
      </p:sp>
      <p:sp>
        <p:nvSpPr>
          <p:cNvPr id="10" name="state-request-caption">
            <a:extLst xmlns:a="http://schemas.openxmlformats.org/drawingml/2006/main">
              <a:ext uri="{FF2B5EF4-FFF2-40B4-BE49-F238E27FC236}">
                <a16:creationId xmlns:a16="http://schemas.microsoft.com/office/drawing/2014/main" id="{52C38540-B70F-4F41-8D1E-50A27BAB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9052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request sent; draft preserved</a:t>
            </a:r>
          </a:p>
        </p:txBody>
      </p:sp>
      <p:cxnSp>
        <p:nvCxnSpPr>
          <p:cNvPr id="34" name="state-boundary"/>
          <p:cNvCxnSpPr/>
          <p:nvPr/>
        </p:nvCxnSpPr>
        <p:spPr>
          <a:xfrm xmlns:a="http://schemas.openxmlformats.org/drawingml/2006/main">
            <a:off x="6591300" y="2190750"/>
            <a:ext cx="953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2" name="state-terminal-label">
            <a:extLst xmlns:a="http://schemas.openxmlformats.org/drawingml/2006/main">
              <a:ext uri="{FF2B5EF4-FFF2-40B4-BE49-F238E27FC236}">
                <a16:creationId xmlns:a16="http://schemas.microsoft.com/office/drawing/2014/main" id="{3AA7DCEB-447E-455E-9BEF-BD9945C4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PYTHON TERMINAL EVENT</a:t>
            </a:r>
          </a:p>
        </p:txBody>
      </p:sp>
      <p:sp>
        <p:nvSpPr>
          <p:cNvPr id="13" name="state-branch-cancel">
            <a:extLst xmlns:a="http://schemas.openxmlformats.org/drawingml/2006/main">
              <a:ext uri="{FF2B5EF4-FFF2-40B4-BE49-F238E27FC236}">
                <a16:creationId xmlns:a16="http://schemas.microsoft.com/office/drawing/2014/main" id="{85DDF9D6-8547-415D-8E6A-71FF3C7F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9400"/>
            <a:ext cx="742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te-branch-complete">
            <a:extLst xmlns:a="http://schemas.openxmlformats.org/drawingml/2006/main">
              <a:ext uri="{FF2B5EF4-FFF2-40B4-BE49-F238E27FC236}">
                <a16:creationId xmlns:a16="http://schemas.microsoft.com/office/drawing/2014/main" id="{DAF79925-DEC0-4444-B66D-C78C8317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95750"/>
            <a:ext cx="742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e-cancelled">
            <a:extLst xmlns:a="http://schemas.openxmlformats.org/drawingml/2006/main">
              <a:ext uri="{FF2B5EF4-FFF2-40B4-BE49-F238E27FC236}">
                <a16:creationId xmlns:a16="http://schemas.microsoft.com/office/drawing/2014/main" id="{8CDCAD32-D4BC-4FB8-BE5C-292C6167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67000"/>
            <a:ext cx="4705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te-cancelled-title">
            <a:extLst xmlns:a="http://schemas.openxmlformats.org/drawingml/2006/main">
              <a:ext uri="{FF2B5EF4-FFF2-40B4-BE49-F238E27FC236}">
                <a16:creationId xmlns:a16="http://schemas.microsoft.com/office/drawing/2014/main" id="{C8E86C86-463A-4037-A341-38835F14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765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7A55"/>
                </a:solidFill>
                <a:latin typeface="Helvetica Neue"/>
                <a:ea typeface="Helvetica Neue"/>
                <a:cs typeface="Helvetica Neue"/>
              </a:defRPr>
            </a:pPr>
            <a:r>
              <a:t>CANCELLED</a:t>
            </a:r>
          </a:p>
        </p:txBody>
      </p:sp>
      <p:sp>
        <p:nvSpPr>
          <p:cNvPr id="17" name="state-cancelled-body">
            <a:extLst xmlns:a="http://schemas.openxmlformats.org/drawingml/2006/main">
              <a:ext uri="{FF2B5EF4-FFF2-40B4-BE49-F238E27FC236}">
                <a16:creationId xmlns:a16="http://schemas.microsoft.com/office/drawing/2014/main" id="{010499F7-331D-4A74-B9DC-9C0F85AB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14650"/>
            <a:ext cx="2343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session.cancelled won</a:t>
            </a:r>
          </a:p>
        </p:txBody>
      </p:sp>
      <p:sp>
        <p:nvSpPr>
          <p:cNvPr id="18" name="state-completed">
            <a:extLst xmlns:a="http://schemas.openxmlformats.org/drawingml/2006/main">
              <a:ext uri="{FF2B5EF4-FFF2-40B4-BE49-F238E27FC236}">
                <a16:creationId xmlns:a16="http://schemas.microsoft.com/office/drawing/2014/main" id="{FEA296EB-11B2-4644-A075-859F3088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47053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ate-completed-title">
            <a:extLst xmlns:a="http://schemas.openxmlformats.org/drawingml/2006/main">
              <a:ext uri="{FF2B5EF4-FFF2-40B4-BE49-F238E27FC236}">
                <a16:creationId xmlns:a16="http://schemas.microsoft.com/office/drawing/2014/main" id="{42874E92-EB2C-4859-A224-537F9E02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</a:t>
            </a:r>
          </a:p>
        </p:txBody>
      </p:sp>
      <p:sp>
        <p:nvSpPr>
          <p:cNvPr id="20" name="state-completed-body">
            <a:extLst xmlns:a="http://schemas.openxmlformats.org/drawingml/2006/main">
              <a:ext uri="{FF2B5EF4-FFF2-40B4-BE49-F238E27FC236}">
                <a16:creationId xmlns:a16="http://schemas.microsoft.com/office/drawing/2014/main" id="{302F2F84-F8E8-45ED-8274-735B3D1F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91000"/>
            <a:ext cx="2343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session.completed won</a:t>
            </a:r>
          </a:p>
        </p:txBody>
      </p:sp>
      <p:sp>
        <p:nvSpPr>
          <p:cNvPr id="21" name="state-failed">
            <a:extLst xmlns:a="http://schemas.openxmlformats.org/drawingml/2006/main">
              <a:ext uri="{FF2B5EF4-FFF2-40B4-BE49-F238E27FC236}">
                <a16:creationId xmlns:a16="http://schemas.microsoft.com/office/drawing/2014/main" id="{4969589B-E67A-4E3C-B87C-A3394338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24450"/>
            <a:ext cx="47053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6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ate-failed-title">
            <a:extLst xmlns:a="http://schemas.openxmlformats.org/drawingml/2006/main">
              <a:ext uri="{FF2B5EF4-FFF2-40B4-BE49-F238E27FC236}">
                <a16:creationId xmlns:a16="http://schemas.microsoft.com/office/drawing/2014/main" id="{058A9DA7-6B43-4893-92DC-60669BA0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295900"/>
            <a:ext cx="417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t>PROTOCOL FAILURE remains distinct</a:t>
            </a:r>
          </a:p>
        </p:txBody>
      </p:sp>
      <p:sp>
        <p:nvSpPr>
          <p:cNvPr id="23" name="state-reset">
            <a:extLst xmlns:a="http://schemas.openxmlformats.org/drawingml/2006/main">
              <a:ext uri="{FF2B5EF4-FFF2-40B4-BE49-F238E27FC236}">
                <a16:creationId xmlns:a16="http://schemas.microsoft.com/office/drawing/2014/main" id="{D836BF64-83E5-4AF4-8C94-96672968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734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Cancelled and completed both permit a new task.</a:t>
            </a:r>
          </a:p>
        </p:txBody>
      </p:sp>
    </p:spTree>
    <p:extLst>
      <p:ext uri="{BB962C8B-B14F-4D97-AF65-F5344CB8AC3E}">
        <p14:creationId xmlns:p14="http://schemas.microsoft.com/office/powerpoint/2010/main" val="1087199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325BE949-635B-4542-B18F-26B1B9D9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7C7C876-EEB9-4060-852A-F068141F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terminal guard lets exactly one winner through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3F446594-3F35-447F-8A60-FF2D7648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85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Cancellation and completion may become eligible together; the first serialized claim defines history.</a:t>
            </a:r>
          </a:p>
        </p:txBody>
      </p:sp>
      <p:sp>
        <p:nvSpPr>
          <p:cNvPr id="4" name="race-cancel-lane">
            <a:extLst xmlns:a="http://schemas.openxmlformats.org/drawingml/2006/main">
              <a:ext uri="{FF2B5EF4-FFF2-40B4-BE49-F238E27FC236}">
                <a16:creationId xmlns:a16="http://schemas.microsoft.com/office/drawing/2014/main" id="{92900FE5-9110-4A7A-A899-1C41E759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7A55"/>
                </a:solidFill>
                <a:latin typeface="Helvetica Neue"/>
                <a:ea typeface="Helvetica Neue"/>
                <a:cs typeface="Helvetica Neue"/>
              </a:defRPr>
            </a:pPr>
            <a:r>
              <a:t>CANCEL CLAIMS FIRST</a:t>
            </a:r>
          </a:p>
        </p:txBody>
      </p:sp>
      <p:cxnSp>
        <p:nvCxnSpPr>
          <p:cNvPr id="32" name="race-cancel-rule"/>
          <p:cNvCxnSpPr/>
          <p:nvPr/>
        </p:nvCxnSpPr>
        <p:spPr>
          <a:xfrm xmlns:a="http://schemas.openxmlformats.org/drawingml/2006/main">
            <a:off x="400050" y="3028950"/>
            <a:ext cx="9620250" cy="953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8BCC4"/>
            </a:solidFill>
            <a:prstDash val="solid"/>
          </a:ln>
        </p:spPr>
      </p:cxnSp>
      <p:sp>
        <p:nvSpPr>
          <p:cNvPr id="6" name="race-cancel-dot-1">
            <a:extLst xmlns:a="http://schemas.openxmlformats.org/drawingml/2006/main">
              <a:ext uri="{FF2B5EF4-FFF2-40B4-BE49-F238E27FC236}">
                <a16:creationId xmlns:a16="http://schemas.microsoft.com/office/drawing/2014/main" id="{5C25174F-427C-4EB0-B417-8F530801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ace-cancel-text-1">
            <a:extLst xmlns:a="http://schemas.openxmlformats.org/drawingml/2006/main">
              <a:ext uri="{FF2B5EF4-FFF2-40B4-BE49-F238E27FC236}">
                <a16:creationId xmlns:a16="http://schemas.microsoft.com/office/drawing/2014/main" id="{778FD1DB-97F0-4324-9EFD-B8F4E3B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95650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cancel command
validated</a:t>
            </a:r>
          </a:p>
        </p:txBody>
      </p:sp>
      <p:sp>
        <p:nvSpPr>
          <p:cNvPr id="8" name="race-cancel-dot-2">
            <a:extLst xmlns:a="http://schemas.openxmlformats.org/drawingml/2006/main">
              <a:ext uri="{FF2B5EF4-FFF2-40B4-BE49-F238E27FC236}">
                <a16:creationId xmlns:a16="http://schemas.microsoft.com/office/drawing/2014/main" id="{0FE2128B-65B1-4F09-B4DF-F0058047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67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ace-cancel-text-2">
            <a:extLst xmlns:a="http://schemas.openxmlformats.org/drawingml/2006/main">
              <a:ext uri="{FF2B5EF4-FFF2-40B4-BE49-F238E27FC236}">
                <a16:creationId xmlns:a16="http://schemas.microsoft.com/office/drawing/2014/main" id="{72DA57D9-E212-4332-A75D-73DEAAFD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95650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A55"/>
                </a:solidFill>
                <a:latin typeface="Helvetica Neue"/>
                <a:ea typeface="Helvetica Neue"/>
                <a:cs typeface="Helvetica Neue"/>
              </a:defRPr>
            </a:pPr>
            <a:r>
              <a:t>guard claims
cancelled</a:t>
            </a:r>
          </a:p>
        </p:txBody>
      </p:sp>
      <p:sp>
        <p:nvSpPr>
          <p:cNvPr id="10" name="race-cancel-dot-3">
            <a:extLst xmlns:a="http://schemas.openxmlformats.org/drawingml/2006/main">
              <a:ext uri="{FF2B5EF4-FFF2-40B4-BE49-F238E27FC236}">
                <a16:creationId xmlns:a16="http://schemas.microsoft.com/office/drawing/2014/main" id="{86D56262-AC08-4B63-A12E-90011A82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67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ce-cancel-text-3">
            <a:extLst xmlns:a="http://schemas.openxmlformats.org/drawingml/2006/main">
              <a:ext uri="{FF2B5EF4-FFF2-40B4-BE49-F238E27FC236}">
                <a16:creationId xmlns:a16="http://schemas.microsoft.com/office/drawing/2014/main" id="{F1DF9C95-A19E-461A-B24D-BEEE8752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A55"/>
                </a:solidFill>
                <a:latin typeface="Helvetica Neue"/>
                <a:ea typeface="Helvetica Neue"/>
                <a:cs typeface="Helvetica Neue"/>
              </a:defRPr>
            </a:pPr>
            <a:r>
              <a:t>session.cancelled
emitted</a:t>
            </a:r>
          </a:p>
        </p:txBody>
      </p:sp>
      <p:sp>
        <p:nvSpPr>
          <p:cNvPr id="12" name="race-cancel-dot-4">
            <a:extLst xmlns:a="http://schemas.openxmlformats.org/drawingml/2006/main">
              <a:ext uri="{FF2B5EF4-FFF2-40B4-BE49-F238E27FC236}">
                <a16:creationId xmlns:a16="http://schemas.microsoft.com/office/drawing/2014/main" id="{4D456772-02AF-4702-9659-1DAF57FF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67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ce-cancel-text-4">
            <a:extLst xmlns:a="http://schemas.openxmlformats.org/drawingml/2006/main">
              <a:ext uri="{FF2B5EF4-FFF2-40B4-BE49-F238E27FC236}">
                <a16:creationId xmlns:a16="http://schemas.microsoft.com/office/drawing/2014/main" id="{B8E67D2F-FA14-4FA4-8522-992B645B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5650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later completion
no-op</a:t>
            </a:r>
          </a:p>
        </p:txBody>
      </p:sp>
      <p:sp>
        <p:nvSpPr>
          <p:cNvPr id="14" name="race-complete-lane">
            <a:extLst xmlns:a="http://schemas.openxmlformats.org/drawingml/2006/main">
              <a:ext uri="{FF2B5EF4-FFF2-40B4-BE49-F238E27FC236}">
                <a16:creationId xmlns:a16="http://schemas.microsoft.com/office/drawing/2014/main" id="{B0E1D5B3-C647-43FB-BF44-2AA065FB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COMPLETION CLAIMS FIRST</a:t>
            </a:r>
          </a:p>
        </p:txBody>
      </p:sp>
      <p:cxnSp>
        <p:nvCxnSpPr>
          <p:cNvPr id="42" name="race-complete-rule"/>
          <p:cNvCxnSpPr/>
          <p:nvPr/>
        </p:nvCxnSpPr>
        <p:spPr>
          <a:xfrm xmlns:a="http://schemas.openxmlformats.org/drawingml/2006/main">
            <a:off x="400050" y="4933950"/>
            <a:ext cx="9620250" cy="953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8BCC4"/>
            </a:solidFill>
            <a:prstDash val="solid"/>
          </a:ln>
        </p:spPr>
      </p:cxnSp>
      <p:sp>
        <p:nvSpPr>
          <p:cNvPr id="16" name="race-complete-dot-1">
            <a:extLst xmlns:a="http://schemas.openxmlformats.org/drawingml/2006/main">
              <a:ext uri="{FF2B5EF4-FFF2-40B4-BE49-F238E27FC236}">
                <a16:creationId xmlns:a16="http://schemas.microsoft.com/office/drawing/2014/main" id="{1D0FC4D8-9310-4BD1-B1DB-267F2A79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72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ce-complete-text-1">
            <a:extLst xmlns:a="http://schemas.openxmlformats.org/drawingml/2006/main">
              <a:ext uri="{FF2B5EF4-FFF2-40B4-BE49-F238E27FC236}">
                <a16:creationId xmlns:a16="http://schemas.microsoft.com/office/drawing/2014/main" id="{6A351F14-FB07-42E6-98F8-7F8D3D07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5200650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assistant.completed
(nonterminal)</a:t>
            </a:r>
          </a:p>
        </p:txBody>
      </p:sp>
      <p:sp>
        <p:nvSpPr>
          <p:cNvPr id="18" name="race-complete-dot-2">
            <a:extLst xmlns:a="http://schemas.openxmlformats.org/drawingml/2006/main">
              <a:ext uri="{FF2B5EF4-FFF2-40B4-BE49-F238E27FC236}">
                <a16:creationId xmlns:a16="http://schemas.microsoft.com/office/drawing/2014/main" id="{CF65E3D2-9039-409D-A97B-D428F17B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72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ace-complete-text-2">
            <a:extLst xmlns:a="http://schemas.openxmlformats.org/drawingml/2006/main">
              <a:ext uri="{FF2B5EF4-FFF2-40B4-BE49-F238E27FC236}">
                <a16:creationId xmlns:a16="http://schemas.microsoft.com/office/drawing/2014/main" id="{C62A9D1E-DEF4-45E7-8EBF-EFB03DCD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00650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guard claims
completed</a:t>
            </a:r>
          </a:p>
        </p:txBody>
      </p:sp>
      <p:sp>
        <p:nvSpPr>
          <p:cNvPr id="20" name="race-complete-dot-3">
            <a:extLst xmlns:a="http://schemas.openxmlformats.org/drawingml/2006/main">
              <a:ext uri="{FF2B5EF4-FFF2-40B4-BE49-F238E27FC236}">
                <a16:creationId xmlns:a16="http://schemas.microsoft.com/office/drawing/2014/main" id="{8C283146-B7A7-41FF-AE68-26AA73E5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72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ace-complete-text-3">
            <a:extLst xmlns:a="http://schemas.openxmlformats.org/drawingml/2006/main">
              <a:ext uri="{FF2B5EF4-FFF2-40B4-BE49-F238E27FC236}">
                <a16:creationId xmlns:a16="http://schemas.microsoft.com/office/drawing/2014/main" id="{F1F5EF00-91A1-45CA-B751-B602686C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00650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session.completed
emitted</a:t>
            </a:r>
          </a:p>
        </p:txBody>
      </p:sp>
      <p:sp>
        <p:nvSpPr>
          <p:cNvPr id="22" name="race-complete-dot-4">
            <a:extLst xmlns:a="http://schemas.openxmlformats.org/drawingml/2006/main">
              <a:ext uri="{FF2B5EF4-FFF2-40B4-BE49-F238E27FC236}">
                <a16:creationId xmlns:a16="http://schemas.microsoft.com/office/drawing/2014/main" id="{F4AD2C1D-697D-4462-906B-0A54C022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72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ace-complete-text-4">
            <a:extLst xmlns:a="http://schemas.openxmlformats.org/drawingml/2006/main">
              <a:ext uri="{FF2B5EF4-FFF2-40B4-BE49-F238E27FC236}">
                <a16:creationId xmlns:a16="http://schemas.microsoft.com/office/drawing/2014/main" id="{C076CEDB-E938-4011-9EF7-04C3FF20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00650"/>
            <a:ext cx="1733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late cancel
no-op</a:t>
            </a:r>
          </a:p>
        </p:txBody>
      </p:sp>
      <p:sp>
        <p:nvSpPr>
          <p:cNvPr id="24" name="race-invariant">
            <a:extLst xmlns:a="http://schemas.openxmlformats.org/drawingml/2006/main">
              <a:ext uri="{FF2B5EF4-FFF2-40B4-BE49-F238E27FC236}">
                <a16:creationId xmlns:a16="http://schemas.microsoft.com/office/drawing/2014/main" id="{C5D2CA62-9132-4C69-B359-AFB7FC9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67000"/>
            <a:ext cx="1466850" cy="27622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ace-invariant-one">
            <a:extLst xmlns:a="http://schemas.openxmlformats.org/drawingml/2006/main">
              <a:ext uri="{FF2B5EF4-FFF2-40B4-BE49-F238E27FC236}">
                <a16:creationId xmlns:a16="http://schemas.microsoft.com/office/drawing/2014/main" id="{2B19FE67-1B3C-4D8E-B7A6-315269EE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895600"/>
            <a:ext cx="1047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6" name="race-invariant-word">
            <a:extLst xmlns:a="http://schemas.openxmlformats.org/drawingml/2006/main">
              <a:ext uri="{FF2B5EF4-FFF2-40B4-BE49-F238E27FC236}">
                <a16:creationId xmlns:a16="http://schemas.microsoft.com/office/drawing/2014/main" id="{F5EF2E07-F916-4853-B1C0-6F026E11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848100"/>
            <a:ext cx="1047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terminal
event</a:t>
            </a:r>
          </a:p>
        </p:txBody>
      </p:sp>
      <p:sp>
        <p:nvSpPr>
          <p:cNvPr id="27" name="race-invariant-never">
            <a:extLst xmlns:a="http://schemas.openxmlformats.org/drawingml/2006/main">
              <a:ext uri="{FF2B5EF4-FFF2-40B4-BE49-F238E27FC236}">
                <a16:creationId xmlns:a16="http://schemas.microsoft.com/office/drawing/2014/main" id="{E7411369-3B4A-4841-A051-2BE1E1A9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85775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EBFF"/>
                </a:solidFill>
                <a:latin typeface="Helvetica Neue"/>
                <a:ea typeface="Helvetica Neue"/>
                <a:cs typeface="Helvetica Neue"/>
              </a:defRPr>
            </a:pPr>
            <a:r>
              <a:t>never two</a:t>
            </a:r>
          </a:p>
        </p:txBody>
      </p:sp>
    </p:spTree>
    <p:extLst>
      <p:ext uri="{BB962C8B-B14F-4D97-AF65-F5344CB8AC3E}">
        <p14:creationId xmlns:p14="http://schemas.microsoft.com/office/powerpoint/2010/main" val="19678862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845FD78E-3EF6-415A-98DD-8D035B83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8DA0776-B340-4DBC-8B89-0BA18F48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 decides whether cancellation is safe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9B334253-BEC9-4964-8B6D-EF6ADD4C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85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Idempotency absorbs legitimate retries without allowing one session to cancel another.</a:t>
            </a:r>
          </a:p>
        </p:txBody>
      </p:sp>
      <p:sp>
        <p:nvSpPr>
          <p:cNvPr id="4" name="id-header">
            <a:extLst xmlns:a="http://schemas.openxmlformats.org/drawingml/2006/main">
              <a:ext uri="{FF2B5EF4-FFF2-40B4-BE49-F238E27FC236}">
                <a16:creationId xmlns:a16="http://schemas.microsoft.com/office/drawing/2014/main" id="{5C6CC82E-DED6-477F-B915-8522C05E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d-header-condition">
            <a:extLst xmlns:a="http://schemas.openxmlformats.org/drawingml/2006/main">
              <a:ext uri="{FF2B5EF4-FFF2-40B4-BE49-F238E27FC236}">
                <a16:creationId xmlns:a16="http://schemas.microsoft.com/office/drawing/2014/main" id="{55503002-140A-47A0-976D-6364006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19325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COMMAND CONTEXT</a:t>
            </a:r>
          </a:p>
        </p:txBody>
      </p:sp>
      <p:sp>
        <p:nvSpPr>
          <p:cNvPr id="6" name="id-header-runtime">
            <a:extLst xmlns:a="http://schemas.openxmlformats.org/drawingml/2006/main">
              <a:ext uri="{FF2B5EF4-FFF2-40B4-BE49-F238E27FC236}">
                <a16:creationId xmlns:a16="http://schemas.microsoft.com/office/drawing/2014/main" id="{6825EAA0-96B1-47D2-A29E-10D0BA2A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RUNTIME ACTION</a:t>
            </a:r>
          </a:p>
        </p:txBody>
      </p:sp>
      <p:sp>
        <p:nvSpPr>
          <p:cNvPr id="7" name="id-header-observable">
            <a:extLst xmlns:a="http://schemas.openxmlformats.org/drawingml/2006/main">
              <a:ext uri="{FF2B5EF4-FFF2-40B4-BE49-F238E27FC236}">
                <a16:creationId xmlns:a16="http://schemas.microsoft.com/office/drawing/2014/main" id="{A1077C7B-523A-4E94-96B6-C0BCB22C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19325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OBSERVABLE RESULT</a:t>
            </a:r>
          </a:p>
        </p:txBody>
      </p:sp>
      <p:sp>
        <p:nvSpPr>
          <p:cNvPr id="8" name="id-row-1">
            <a:extLst xmlns:a="http://schemas.openxmlformats.org/drawingml/2006/main">
              <a:ext uri="{FF2B5EF4-FFF2-40B4-BE49-F238E27FC236}">
                <a16:creationId xmlns:a16="http://schemas.microsoft.com/office/drawing/2014/main" id="{C57D46C6-840E-4C4A-B4DA-E635A7B3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9850"/>
            <a:ext cx="1139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id-condition-1">
            <a:extLst xmlns:a="http://schemas.openxmlformats.org/drawingml/2006/main">
              <a:ext uri="{FF2B5EF4-FFF2-40B4-BE49-F238E27FC236}">
                <a16:creationId xmlns:a16="http://schemas.microsoft.com/office/drawing/2014/main" id="{FC26F071-029D-4ABF-9284-B1A39FF0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Active + matching ID</a:t>
            </a:r>
          </a:p>
        </p:txBody>
      </p:sp>
      <p:sp>
        <p:nvSpPr>
          <p:cNvPr id="10" name="id-runtime-1">
            <a:extLst xmlns:a="http://schemas.openxmlformats.org/drawingml/2006/main">
              <a:ext uri="{FF2B5EF4-FFF2-40B4-BE49-F238E27FC236}">
                <a16:creationId xmlns:a16="http://schemas.microsoft.com/office/drawing/2014/main" id="{D4F5422D-AD59-4ACC-AE9C-CF0E2038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accept first request</a:t>
            </a:r>
          </a:p>
        </p:txBody>
      </p:sp>
      <p:sp>
        <p:nvSpPr>
          <p:cNvPr id="11" name="id-result-1">
            <a:extLst xmlns:a="http://schemas.openxmlformats.org/drawingml/2006/main">
              <a:ext uri="{FF2B5EF4-FFF2-40B4-BE49-F238E27FC236}">
                <a16:creationId xmlns:a16="http://schemas.microsoft.com/office/drawing/2014/main" id="{570FEE80-88DB-43E1-B073-ACA47CB3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7A55"/>
                </a:solidFill>
                <a:latin typeface="Helvetica Neue"/>
                <a:ea typeface="Helvetica Neue"/>
                <a:cs typeface="Helvetica Neue"/>
              </a:defRPr>
            </a:pPr>
            <a:r>
              <a:t>one session.cancelled</a:t>
            </a:r>
          </a:p>
        </p:txBody>
      </p:sp>
      <p:sp>
        <p:nvSpPr>
          <p:cNvPr id="12" name="id-row-2">
            <a:extLst xmlns:a="http://schemas.openxmlformats.org/drawingml/2006/main">
              <a:ext uri="{FF2B5EF4-FFF2-40B4-BE49-F238E27FC236}">
                <a16:creationId xmlns:a16="http://schemas.microsoft.com/office/drawing/2014/main" id="{A75B1F2A-2880-43E3-AF49-4BD30652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1139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id-condition-2">
            <a:extLst xmlns:a="http://schemas.openxmlformats.org/drawingml/2006/main">
              <a:ext uri="{FF2B5EF4-FFF2-40B4-BE49-F238E27FC236}">
                <a16:creationId xmlns:a16="http://schemas.microsoft.com/office/drawing/2014/main" id="{AB6A20CF-4F5D-46AB-AA1D-FFEC415C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Repeat while pending</a:t>
            </a:r>
          </a:p>
        </p:txBody>
      </p:sp>
      <p:sp>
        <p:nvSpPr>
          <p:cNvPr id="14" name="id-runtime-2">
            <a:extLst xmlns:a="http://schemas.openxmlformats.org/drawingml/2006/main">
              <a:ext uri="{FF2B5EF4-FFF2-40B4-BE49-F238E27FC236}">
                <a16:creationId xmlns:a16="http://schemas.microsoft.com/office/drawing/2014/main" id="{8B19B836-06B6-4898-896B-54327ED5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additional claim</a:t>
            </a:r>
          </a:p>
        </p:txBody>
      </p:sp>
      <p:sp>
        <p:nvSpPr>
          <p:cNvPr id="15" name="id-result-2">
            <a:extLst xmlns:a="http://schemas.openxmlformats.org/drawingml/2006/main">
              <a:ext uri="{FF2B5EF4-FFF2-40B4-BE49-F238E27FC236}">
                <a16:creationId xmlns:a16="http://schemas.microsoft.com/office/drawing/2014/main" id="{8F9930E1-6937-4617-91FC-328C6131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004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duplicate terminal</a:t>
            </a:r>
          </a:p>
        </p:txBody>
      </p:sp>
      <p:sp>
        <p:nvSpPr>
          <p:cNvPr id="16" name="id-row-3">
            <a:extLst xmlns:a="http://schemas.openxmlformats.org/drawingml/2006/main">
              <a:ext uri="{FF2B5EF4-FFF2-40B4-BE49-F238E27FC236}">
                <a16:creationId xmlns:a16="http://schemas.microsoft.com/office/drawing/2014/main" id="{132346DE-F71C-4D7A-863A-85E452A5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139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id-condition-3">
            <a:extLst xmlns:a="http://schemas.openxmlformats.org/drawingml/2006/main">
              <a:ext uri="{FF2B5EF4-FFF2-40B4-BE49-F238E27FC236}">
                <a16:creationId xmlns:a16="http://schemas.microsoft.com/office/drawing/2014/main" id="{B39C9FD3-233B-426D-9BAA-356C883D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Active + wrong ID</a:t>
            </a:r>
          </a:p>
        </p:txBody>
      </p:sp>
      <p:sp>
        <p:nvSpPr>
          <p:cNvPr id="18" name="id-runtime-3">
            <a:extLst xmlns:a="http://schemas.openxmlformats.org/drawingml/2006/main">
              <a:ext uri="{FF2B5EF4-FFF2-40B4-BE49-F238E27FC236}">
                <a16:creationId xmlns:a16="http://schemas.microsoft.com/office/drawing/2014/main" id="{8FA5A8E3-5D64-4F7E-B20F-350352C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624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2D20"/>
                </a:solidFill>
                <a:latin typeface="Helvetica Neue"/>
                <a:ea typeface="Helvetica Neue"/>
                <a:cs typeface="Helvetica Neue"/>
              </a:defRPr>
            </a:pPr>
            <a:r>
              <a:t>reject; no interruption</a:t>
            </a:r>
          </a:p>
        </p:txBody>
      </p:sp>
      <p:sp>
        <p:nvSpPr>
          <p:cNvPr id="19" name="id-result-3">
            <a:extLst xmlns:a="http://schemas.openxmlformats.org/drawingml/2006/main">
              <a:ext uri="{FF2B5EF4-FFF2-40B4-BE49-F238E27FC236}">
                <a16:creationId xmlns:a16="http://schemas.microsoft.com/office/drawing/2014/main" id="{32F66DAC-5204-4020-A08E-FE9688F7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624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safe correlated error</a:t>
            </a:r>
          </a:p>
        </p:txBody>
      </p:sp>
      <p:sp>
        <p:nvSpPr>
          <p:cNvPr id="20" name="id-row-4">
            <a:extLst xmlns:a="http://schemas.openxmlformats.org/drawingml/2006/main">
              <a:ext uri="{FF2B5EF4-FFF2-40B4-BE49-F238E27FC236}">
                <a16:creationId xmlns:a16="http://schemas.microsoft.com/office/drawing/2014/main" id="{2C911B50-4B5E-471C-B094-B55BC72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113919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id-condition-4">
            <a:extLst xmlns:a="http://schemas.openxmlformats.org/drawingml/2006/main">
              <a:ext uri="{FF2B5EF4-FFF2-40B4-BE49-F238E27FC236}">
                <a16:creationId xmlns:a16="http://schemas.microsoft.com/office/drawing/2014/main" id="{6E38B111-F102-40D9-9C15-B02F6BC3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active / already terminal</a:t>
            </a:r>
          </a:p>
        </p:txBody>
      </p:sp>
      <p:sp>
        <p:nvSpPr>
          <p:cNvPr id="22" name="id-runtime-4">
            <a:extLst xmlns:a="http://schemas.openxmlformats.org/drawingml/2006/main">
              <a:ext uri="{FF2B5EF4-FFF2-40B4-BE49-F238E27FC236}">
                <a16:creationId xmlns:a16="http://schemas.microsoft.com/office/drawing/2014/main" id="{8BEC006B-0EBA-4D52-BC29-13C27FBD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1244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idempotent no-op</a:t>
            </a:r>
          </a:p>
        </p:txBody>
      </p:sp>
      <p:sp>
        <p:nvSpPr>
          <p:cNvPr id="23" name="id-result-4">
            <a:extLst xmlns:a="http://schemas.openxmlformats.org/drawingml/2006/main">
              <a:ext uri="{FF2B5EF4-FFF2-40B4-BE49-F238E27FC236}">
                <a16:creationId xmlns:a16="http://schemas.microsoft.com/office/drawing/2014/main" id="{28890630-4506-40A7-8BA7-E5835203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244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history remains unchanged</a:t>
            </a:r>
          </a:p>
        </p:txBody>
      </p:sp>
      <p:sp>
        <p:nvSpPr>
          <p:cNvPr id="24" name="id-footer">
            <a:extLst xmlns:a="http://schemas.openxmlformats.org/drawingml/2006/main">
              <a:ext uri="{FF2B5EF4-FFF2-40B4-BE49-F238E27FC236}">
                <a16:creationId xmlns:a16="http://schemas.microsoft.com/office/drawing/2014/main" id="{072CAF9D-AFBF-4D0A-81D0-9AC90450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first winning cancel command owns the terminal correlation ID; later requests cannot rewrite it.</a:t>
            </a:r>
          </a:p>
        </p:txBody>
      </p:sp>
    </p:spTree>
    <p:extLst>
      <p:ext uri="{BB962C8B-B14F-4D97-AF65-F5344CB8AC3E}">
        <p14:creationId xmlns:p14="http://schemas.microsoft.com/office/powerpoint/2010/main" val="1774049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F6E00ED5-372B-44A6-971B-BE8F6A93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7E505BC-23B5-4C3F-8846-986DA460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 the schedule—do not hope to win the race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2A57CFC1-37DB-4252-A677-3CAE633E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85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Named checkpoints turn timing-sensitive cancellation into exact, repeatable event tapes.</a:t>
            </a:r>
          </a:p>
        </p:txBody>
      </p:sp>
      <p:cxnSp>
        <p:nvCxnSpPr>
          <p:cNvPr id="30" name="test-base"/>
          <p:cNvCxnSpPr/>
          <p:nvPr/>
        </p:nvCxnSpPr>
        <p:spPr>
          <a:xfrm xmlns:a="http://schemas.openxmlformats.org/drawingml/2006/main">
            <a:off x="876300" y="3124200"/>
            <a:ext cx="10248900" cy="953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8BCC4"/>
            </a:solidFill>
            <a:prstDash val="solid"/>
          </a:ln>
        </p:spPr>
      </p:cxnSp>
      <p:cxnSp>
        <p:nvCxnSpPr>
          <p:cNvPr id="31" name="test-active"/>
          <p:cNvCxnSpPr/>
          <p:nvPr/>
        </p:nvCxnSpPr>
        <p:spPr>
          <a:xfrm xmlns:a="http://schemas.openxmlformats.org/drawingml/2006/main">
            <a:off x="876300" y="3124200"/>
            <a:ext cx="7829550" cy="953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6" name="test-dot-1">
            <a:extLst xmlns:a="http://schemas.openxmlformats.org/drawingml/2006/main">
              <a:ext uri="{FF2B5EF4-FFF2-40B4-BE49-F238E27FC236}">
                <a16:creationId xmlns:a16="http://schemas.microsoft.com/office/drawing/2014/main" id="{03C18064-9DD7-4C10-B1F9-3D3C11E7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st-label-1">
            <a:extLst xmlns:a="http://schemas.openxmlformats.org/drawingml/2006/main">
              <a:ext uri="{FF2B5EF4-FFF2-40B4-BE49-F238E27FC236}">
                <a16:creationId xmlns:a16="http://schemas.microsoft.com/office/drawing/2014/main" id="{9262ADFD-E3FF-49E9-BEE7-78EDAF55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381250"/>
            <a:ext cx="144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started</a:t>
            </a:r>
          </a:p>
        </p:txBody>
      </p:sp>
      <p:sp>
        <p:nvSpPr>
          <p:cNvPr id="8" name="test-dot-2">
            <a:extLst xmlns:a="http://schemas.openxmlformats.org/drawingml/2006/main">
              <a:ext uri="{FF2B5EF4-FFF2-40B4-BE49-F238E27FC236}">
                <a16:creationId xmlns:a16="http://schemas.microsoft.com/office/drawing/2014/main" id="{96C3C683-7C0A-4C6E-AA2C-C3F6D004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62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st-label-2">
            <a:extLst xmlns:a="http://schemas.openxmlformats.org/drawingml/2006/main">
              <a:ext uri="{FF2B5EF4-FFF2-40B4-BE49-F238E27FC236}">
                <a16:creationId xmlns:a16="http://schemas.microsoft.com/office/drawing/2014/main" id="{6C243D19-B164-466D-B1FB-89C1F5C1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44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gate 1
before delta</a:t>
            </a:r>
          </a:p>
        </p:txBody>
      </p:sp>
      <p:sp>
        <p:nvSpPr>
          <p:cNvPr id="10" name="test-dot-3">
            <a:extLst xmlns:a="http://schemas.openxmlformats.org/drawingml/2006/main">
              <a:ext uri="{FF2B5EF4-FFF2-40B4-BE49-F238E27FC236}">
                <a16:creationId xmlns:a16="http://schemas.microsoft.com/office/drawing/2014/main" id="{DB867335-BD17-47E3-AEAC-39FD02D0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62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st-label-3">
            <a:extLst xmlns:a="http://schemas.openxmlformats.org/drawingml/2006/main">
              <a:ext uri="{FF2B5EF4-FFF2-40B4-BE49-F238E27FC236}">
                <a16:creationId xmlns:a16="http://schemas.microsoft.com/office/drawing/2014/main" id="{4F7D41C9-2992-41E8-99BF-DA76F3C1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81250"/>
            <a:ext cx="144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gate 2
between deltas</a:t>
            </a:r>
          </a:p>
        </p:txBody>
      </p:sp>
      <p:sp>
        <p:nvSpPr>
          <p:cNvPr id="12" name="test-dot-4">
            <a:extLst xmlns:a="http://schemas.openxmlformats.org/drawingml/2006/main">
              <a:ext uri="{FF2B5EF4-FFF2-40B4-BE49-F238E27FC236}">
                <a16:creationId xmlns:a16="http://schemas.microsoft.com/office/drawing/2014/main" id="{FCDA7721-6DC5-4F70-9511-BA51FBE0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62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st-label-4">
            <a:extLst xmlns:a="http://schemas.openxmlformats.org/drawingml/2006/main">
              <a:ext uri="{FF2B5EF4-FFF2-40B4-BE49-F238E27FC236}">
                <a16:creationId xmlns:a16="http://schemas.microsoft.com/office/drawing/2014/main" id="{F75F542F-99CC-416E-8626-EDE11D52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144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completion
claim</a:t>
            </a:r>
          </a:p>
        </p:txBody>
      </p:sp>
      <p:sp>
        <p:nvSpPr>
          <p:cNvPr id="14" name="test-dot-5">
            <a:extLst xmlns:a="http://schemas.openxmlformats.org/drawingml/2006/main">
              <a:ext uri="{FF2B5EF4-FFF2-40B4-BE49-F238E27FC236}">
                <a16:creationId xmlns:a16="http://schemas.microsoft.com/office/drawing/2014/main" id="{567AE42C-DDCB-4D93-89B5-64AA0310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2962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st-label-5">
            <a:extLst xmlns:a="http://schemas.openxmlformats.org/drawingml/2006/main">
              <a:ext uri="{FF2B5EF4-FFF2-40B4-BE49-F238E27FC236}">
                <a16:creationId xmlns:a16="http://schemas.microsoft.com/office/drawing/2014/main" id="{6DDE23F6-E1C6-4DF8-A285-E7FBEC60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381250"/>
            <a:ext cx="1447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terminal</a:t>
            </a:r>
          </a:p>
        </p:txBody>
      </p:sp>
      <p:sp>
        <p:nvSpPr>
          <p:cNvPr id="16" name="test-tape-1">
            <a:extLst xmlns:a="http://schemas.openxmlformats.org/drawingml/2006/main">
              <a:ext uri="{FF2B5EF4-FFF2-40B4-BE49-F238E27FC236}">
                <a16:creationId xmlns:a16="http://schemas.microsoft.com/office/drawing/2014/main" id="{8A15895F-DE5E-438C-B268-7B98983C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3505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st-tape-1-title">
            <a:extLst xmlns:a="http://schemas.openxmlformats.org/drawingml/2006/main">
              <a:ext uri="{FF2B5EF4-FFF2-40B4-BE49-F238E27FC236}">
                <a16:creationId xmlns:a16="http://schemas.microsoft.com/office/drawing/2014/main" id="{E928E0ED-0C4F-49C4-8D55-EE40046B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CANCEL AT GATE 1</a:t>
            </a:r>
          </a:p>
        </p:txBody>
      </p:sp>
      <p:sp>
        <p:nvSpPr>
          <p:cNvPr id="18" name="test-tape-1-body">
            <a:extLst xmlns:a="http://schemas.openxmlformats.org/drawingml/2006/main">
              <a:ext uri="{FF2B5EF4-FFF2-40B4-BE49-F238E27FC236}">
                <a16:creationId xmlns:a16="http://schemas.microsoft.com/office/drawing/2014/main" id="{35C82FDA-8064-43EB-A1E4-A53DAEF5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[ started, cancelled ]</a:t>
            </a:r>
          </a:p>
        </p:txBody>
      </p:sp>
      <p:sp>
        <p:nvSpPr>
          <p:cNvPr id="19" name="test-tape-2">
            <a:extLst xmlns:a="http://schemas.openxmlformats.org/drawingml/2006/main">
              <a:ext uri="{FF2B5EF4-FFF2-40B4-BE49-F238E27FC236}">
                <a16:creationId xmlns:a16="http://schemas.microsoft.com/office/drawing/2014/main" id="{A84A68C2-4FCF-4262-A81E-F0ED82E6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67150"/>
            <a:ext cx="3505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st-tape-2-title">
            <a:extLst xmlns:a="http://schemas.openxmlformats.org/drawingml/2006/main">
              <a:ext uri="{FF2B5EF4-FFF2-40B4-BE49-F238E27FC236}">
                <a16:creationId xmlns:a16="http://schemas.microsoft.com/office/drawing/2014/main" id="{74FA24F6-4408-456F-81C1-A5D52E6E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576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CANCEL AT GATE 2</a:t>
            </a:r>
          </a:p>
        </p:txBody>
      </p:sp>
      <p:sp>
        <p:nvSpPr>
          <p:cNvPr id="21" name="test-tape-2-body">
            <a:extLst xmlns:a="http://schemas.openxmlformats.org/drawingml/2006/main">
              <a:ext uri="{FF2B5EF4-FFF2-40B4-BE49-F238E27FC236}">
                <a16:creationId xmlns:a16="http://schemas.microsoft.com/office/drawing/2014/main" id="{E0ACC85C-593C-448A-B0B4-D2780D8D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[ started, delta, cancelled ]</a:t>
            </a:r>
          </a:p>
        </p:txBody>
      </p:sp>
      <p:sp>
        <p:nvSpPr>
          <p:cNvPr id="22" name="test-tape-3">
            <a:extLst xmlns:a="http://schemas.openxmlformats.org/drawingml/2006/main">
              <a:ext uri="{FF2B5EF4-FFF2-40B4-BE49-F238E27FC236}">
                <a16:creationId xmlns:a16="http://schemas.microsoft.com/office/drawing/2014/main" id="{3D6D7E79-8C1C-4485-8453-3E32646D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35052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st-tape-3-title">
            <a:extLst xmlns:a="http://schemas.openxmlformats.org/drawingml/2006/main">
              <a:ext uri="{FF2B5EF4-FFF2-40B4-BE49-F238E27FC236}">
                <a16:creationId xmlns:a16="http://schemas.microsoft.com/office/drawing/2014/main" id="{FE276D2D-FAFF-45C4-8F13-159F4329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576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A55"/>
                </a:solidFill>
                <a:latin typeface="Helvetica Neue"/>
                <a:ea typeface="Helvetica Neue"/>
                <a:cs typeface="Helvetica Neue"/>
              </a:defRPr>
            </a:pPr>
            <a:r>
              <a:t>COMPLETION CLAIMS</a:t>
            </a:r>
          </a:p>
        </p:txBody>
      </p:sp>
      <p:sp>
        <p:nvSpPr>
          <p:cNvPr id="24" name="test-tape-3-body">
            <a:extLst xmlns:a="http://schemas.openxmlformats.org/drawingml/2006/main">
              <a:ext uri="{FF2B5EF4-FFF2-40B4-BE49-F238E27FC236}">
                <a16:creationId xmlns:a16="http://schemas.microsoft.com/office/drawing/2014/main" id="{87D33BE7-4351-42DC-9C15-3B19882A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[ … assistant.done, completed ]</a:t>
            </a:r>
          </a:p>
        </p:txBody>
      </p:sp>
      <p:cxnSp>
        <p:nvCxnSpPr>
          <p:cNvPr id="51" name="test-footer-rule"/>
          <p:cNvCxnSpPr/>
          <p:nvPr/>
        </p:nvCxnSpPr>
        <p:spPr>
          <a:xfrm xmlns:a="http://schemas.openxmlformats.org/drawingml/2006/main">
            <a:off x="400050" y="554355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26" name="test-footer">
            <a:extLst xmlns:a="http://schemas.openxmlformats.org/drawingml/2006/main">
              <a:ext uri="{FF2B5EF4-FFF2-40B4-BE49-F238E27FC236}">
                <a16:creationId xmlns:a16="http://schemas.microsoft.com/office/drawing/2014/main" id="{C038E068-D6E9-45E9-826A-FB7BCF8C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Assert contiguous sequence, the winning correlation, and zero session events after terminal.</a:t>
            </a:r>
          </a:p>
        </p:txBody>
      </p:sp>
    </p:spTree>
    <p:extLst>
      <p:ext uri="{BB962C8B-B14F-4D97-AF65-F5344CB8AC3E}">
        <p14:creationId xmlns:p14="http://schemas.microsoft.com/office/powerpoint/2010/main" val="14401058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783C8208-E9F1-475F-8ADF-BE869035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8BF4ACD-936E-45D3-847B-41B91063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Escape and Ctrl+C solve different problems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BE77CAF7-2199-460F-AF00-CBB1DDBF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85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Session cancellation is cooperative work control; application exit owns bounded process cleanup.</a:t>
            </a:r>
          </a:p>
        </p:txBody>
      </p:sp>
      <p:cxnSp>
        <p:nvCxnSpPr>
          <p:cNvPr id="18" name="shutdown-divider"/>
          <p:cNvCxnSpPr/>
          <p:nvPr/>
        </p:nvCxnSpPr>
        <p:spPr>
          <a:xfrm xmlns:a="http://schemas.openxmlformats.org/drawingml/2006/main">
            <a:off x="6096000" y="2152650"/>
            <a:ext cx="953" cy="3543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hutdown-esc">
            <a:extLst xmlns:a="http://schemas.openxmlformats.org/drawingml/2006/main">
              <a:ext uri="{FF2B5EF4-FFF2-40B4-BE49-F238E27FC236}">
                <a16:creationId xmlns:a16="http://schemas.microsoft.com/office/drawing/2014/main" id="{4B8E23D6-DE23-4F59-AC24-36A21B83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619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ESC</a:t>
            </a:r>
          </a:p>
        </p:txBody>
      </p:sp>
      <p:sp>
        <p:nvSpPr>
          <p:cNvPr id="6" name="shutdown-esc-title">
            <a:extLst xmlns:a="http://schemas.openxmlformats.org/drawingml/2006/main">
              <a:ext uri="{FF2B5EF4-FFF2-40B4-BE49-F238E27FC236}">
                <a16:creationId xmlns:a16="http://schemas.microsoft.com/office/drawing/2014/main" id="{BE83FFC2-624D-4C3F-82A8-ED9491D0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Cancel one session</a:t>
            </a:r>
          </a:p>
        </p:txBody>
      </p:sp>
      <p:sp>
        <p:nvSpPr>
          <p:cNvPr id="7" name="shutdown-esc-body">
            <a:extLst xmlns:a="http://schemas.openxmlformats.org/drawingml/2006/main">
              <a:ext uri="{FF2B5EF4-FFF2-40B4-BE49-F238E27FC236}">
                <a16:creationId xmlns:a16="http://schemas.microsoft.com/office/drawing/2014/main" id="{D002FB46-8EC9-4512-8866-7E8BF6B6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495300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send session.cancel
keep runtime ready
await session.cancelled
start another task</a:t>
            </a:r>
          </a:p>
        </p:txBody>
      </p:sp>
      <p:sp>
        <p:nvSpPr>
          <p:cNvPr id="8" name="shutdown-esc-result">
            <a:extLst xmlns:a="http://schemas.openxmlformats.org/drawingml/2006/main">
              <a:ext uri="{FF2B5EF4-FFF2-40B4-BE49-F238E27FC236}">
                <a16:creationId xmlns:a16="http://schemas.microsoft.com/office/drawing/2014/main" id="{01CBA685-3A08-4023-AAEC-20233773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4953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utdown-esc-result-text">
            <a:extLst xmlns:a="http://schemas.openxmlformats.org/drawingml/2006/main">
              <a:ext uri="{FF2B5EF4-FFF2-40B4-BE49-F238E27FC236}">
                <a16:creationId xmlns:a16="http://schemas.microsoft.com/office/drawing/2014/main" id="{984ABAC4-F167-4839-8D63-2AF9F809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34025"/>
            <a:ext cx="4495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Python child stays alive</a:t>
            </a:r>
          </a:p>
        </p:txBody>
      </p:sp>
      <p:sp>
        <p:nvSpPr>
          <p:cNvPr id="10" name="shutdown-ctrlc">
            <a:extLst xmlns:a="http://schemas.openxmlformats.org/drawingml/2006/main">
              <a:ext uri="{FF2B5EF4-FFF2-40B4-BE49-F238E27FC236}">
                <a16:creationId xmlns:a16="http://schemas.microsoft.com/office/drawing/2014/main" id="{A9F12595-A732-4B22-BECF-5E3A12A0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980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CTRL+C</a:t>
            </a:r>
          </a:p>
        </p:txBody>
      </p:sp>
      <p:sp>
        <p:nvSpPr>
          <p:cNvPr id="11" name="shutdown-ctrlc-title">
            <a:extLst xmlns:a="http://schemas.openxmlformats.org/drawingml/2006/main">
              <a:ext uri="{FF2B5EF4-FFF2-40B4-BE49-F238E27FC236}">
                <a16:creationId xmlns:a16="http://schemas.microsoft.com/office/drawing/2014/main" id="{86B38C7D-11A2-4812-95CE-892122DB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5162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Exit the application</a:t>
            </a:r>
          </a:p>
        </p:txBody>
      </p:sp>
      <p:sp>
        <p:nvSpPr>
          <p:cNvPr id="12" name="shutdown-ctrlc-body">
            <a:extLst xmlns:a="http://schemas.openxmlformats.org/drawingml/2006/main">
              <a:ext uri="{FF2B5EF4-FFF2-40B4-BE49-F238E27FC236}">
                <a16:creationId xmlns:a16="http://schemas.microsoft.com/office/drawing/2014/main" id="{263A85A7-F45E-41BE-8A9A-C94351F3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8550"/>
            <a:ext cx="51625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send runtime.shutdown
drain active task
close command input
terminate if grace expires
reap uv and Python</a:t>
            </a:r>
          </a:p>
        </p:txBody>
      </p:sp>
      <p:sp>
        <p:nvSpPr>
          <p:cNvPr id="13" name="shutdown-ctrlc-result">
            <a:extLst xmlns:a="http://schemas.openxmlformats.org/drawingml/2006/main">
              <a:ext uri="{FF2B5EF4-FFF2-40B4-BE49-F238E27FC236}">
                <a16:creationId xmlns:a16="http://schemas.microsoft.com/office/drawing/2014/main" id="{6521E2E1-DF01-4D39-8235-18F5C5AE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91150"/>
            <a:ext cx="51625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utdown-ctrlc-result-text">
            <a:extLst xmlns:a="http://schemas.openxmlformats.org/drawingml/2006/main">
              <a:ext uri="{FF2B5EF4-FFF2-40B4-BE49-F238E27FC236}">
                <a16:creationId xmlns:a16="http://schemas.microsoft.com/office/drawing/2014/main" id="{4A9EE4CD-75AF-4987-9DBA-0EF2A48D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34025"/>
            <a:ext cx="470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No orphan process remains</a:t>
            </a:r>
          </a:p>
        </p:txBody>
      </p:sp>
    </p:spTree>
    <p:extLst>
      <p:ext uri="{BB962C8B-B14F-4D97-AF65-F5344CB8AC3E}">
        <p14:creationId xmlns:p14="http://schemas.microsoft.com/office/powerpoint/2010/main" val="10392081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1E15705D-4D7C-445B-8247-D91B8D39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6EBB486-DAE2-4BE0-A172-72FF9EFB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local primitive becomes a production contract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F90FC23A-AF18-4D1C-BFBD-56480C8A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085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Durability and distribution add capability—and operational ownership.</a:t>
            </a:r>
          </a:p>
        </p:txBody>
      </p:sp>
      <p:sp>
        <p:nvSpPr>
          <p:cNvPr id="4" name="production-local">
            <a:extLst xmlns:a="http://schemas.openxmlformats.org/drawingml/2006/main">
              <a:ext uri="{FF2B5EF4-FFF2-40B4-BE49-F238E27FC236}">
                <a16:creationId xmlns:a16="http://schemas.microsoft.com/office/drawing/2014/main" id="{163FCC8D-413B-4788-859A-53EE6B36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9530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duction-local-title">
            <a:extLst xmlns:a="http://schemas.openxmlformats.org/drawingml/2006/main">
              <a:ext uri="{FF2B5EF4-FFF2-40B4-BE49-F238E27FC236}">
                <a16:creationId xmlns:a16="http://schemas.microsoft.com/office/drawing/2014/main" id="{33DCFB5B-9A86-4904-A042-8D6E6AD7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381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THIS REPOSITORY</a:t>
            </a:r>
          </a:p>
        </p:txBody>
      </p:sp>
      <p:sp>
        <p:nvSpPr>
          <p:cNvPr id="6" name="production-local-body">
            <a:extLst xmlns:a="http://schemas.openxmlformats.org/drawingml/2006/main">
              <a:ext uri="{FF2B5EF4-FFF2-40B4-BE49-F238E27FC236}">
                <a16:creationId xmlns:a16="http://schemas.microsoft.com/office/drawing/2014/main" id="{77A9061B-5783-4EE5-A80D-A4D4E7BF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38150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Python child
in-memory active task
direct cooperative signal
ordered NDJSON acknowledgement
deterministic local tests</a:t>
            </a:r>
          </a:p>
        </p:txBody>
      </p:sp>
      <p:sp>
        <p:nvSpPr>
          <p:cNvPr id="7" name="production-arrow">
            <a:extLst xmlns:a="http://schemas.openxmlformats.org/drawingml/2006/main">
              <a:ext uri="{FF2B5EF4-FFF2-40B4-BE49-F238E27FC236}">
                <a16:creationId xmlns:a16="http://schemas.microsoft.com/office/drawing/2014/main" id="{B62B1FD2-114B-493B-9D34-03F87AF1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09950"/>
            <a:ext cx="6858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duction-distributed">
            <a:extLst xmlns:a="http://schemas.openxmlformats.org/drawingml/2006/main">
              <a:ext uri="{FF2B5EF4-FFF2-40B4-BE49-F238E27FC236}">
                <a16:creationId xmlns:a16="http://schemas.microsoft.com/office/drawing/2014/main" id="{6A79DC21-704A-4248-B865-E0D185DC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47900"/>
            <a:ext cx="52959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duction-distributed-title">
            <a:extLst xmlns:a="http://schemas.openxmlformats.org/drawingml/2006/main">
              <a:ext uri="{FF2B5EF4-FFF2-40B4-BE49-F238E27FC236}">
                <a16:creationId xmlns:a16="http://schemas.microsoft.com/office/drawing/2014/main" id="{F173C136-48DA-4702-A38D-330688D1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4724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DISTRIBUTED SYSTEM</a:t>
            </a:r>
          </a:p>
        </p:txBody>
      </p:sp>
      <p:sp>
        <p:nvSpPr>
          <p:cNvPr id="10" name="production-distributed-body">
            <a:extLst xmlns:a="http://schemas.openxmlformats.org/drawingml/2006/main">
              <a:ext uri="{FF2B5EF4-FFF2-40B4-BE49-F238E27FC236}">
                <a16:creationId xmlns:a16="http://schemas.microsoft.com/office/drawing/2014/main" id="{6742A27A-9942-44BD-93EF-991B4718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19450"/>
            <a:ext cx="472440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authenticated durable intent
RPC/workflow propagation
deadlines + grace periods
compensation for side effects
traces, audit, and alerting</a:t>
            </a:r>
          </a:p>
        </p:txBody>
      </p:sp>
      <p:sp>
        <p:nvSpPr>
          <p:cNvPr id="11" name="production-tools">
            <a:extLst xmlns:a="http://schemas.openxmlformats.org/drawingml/2006/main">
              <a:ext uri="{FF2B5EF4-FFF2-40B4-BE49-F238E27FC236}">
                <a16:creationId xmlns:a16="http://schemas.microsoft.com/office/drawing/2014/main" id="{A0EB6607-4EA1-44C2-8A90-EC6EDCC3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391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Representative capabilities: asyncio  •  gRPC  •  Temporal  •  Kubernetes  •  OpenTelemetry</a:t>
            </a:r>
          </a:p>
        </p:txBody>
      </p:sp>
      <p:sp>
        <p:nvSpPr>
          <p:cNvPr id="12" name="production-signal">
            <a:extLst xmlns:a="http://schemas.openxmlformats.org/drawingml/2006/main">
              <a:ext uri="{FF2B5EF4-FFF2-40B4-BE49-F238E27FC236}">
                <a16:creationId xmlns:a16="http://schemas.microsoft.com/office/drawing/2014/main" id="{9D3EA513-7CEA-4B2A-AAC5-347E43D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39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Graduate when work or cancellation intent must outlive one process.</a:t>
            </a:r>
          </a:p>
        </p:txBody>
      </p:sp>
    </p:spTree>
    <p:extLst>
      <p:ext uri="{BB962C8B-B14F-4D97-AF65-F5344CB8AC3E}">
        <p14:creationId xmlns:p14="http://schemas.microsoft.com/office/powerpoint/2010/main" val="661023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2C799086-44EE-4CDC-AEC8-6BB0E0AA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CAH-006  •  VERIFIED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6235B829-6E7F-4B8E-B4C9-58096CE0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8763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User control
without ambiguity</a:t>
            </a:r>
          </a:p>
        </p:txBody>
      </p:sp>
      <p:sp>
        <p:nvSpPr>
          <p:cNvPr id="3" name="close-stat-1">
            <a:extLst xmlns:a="http://schemas.openxmlformats.org/drawingml/2006/main">
              <a:ext uri="{FF2B5EF4-FFF2-40B4-BE49-F238E27FC236}">
                <a16:creationId xmlns:a16="http://schemas.microsoft.com/office/drawing/2014/main" id="{D4C2BC52-2585-4333-988A-75AE3FEF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2286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4" name="close-stat-label-1">
            <a:extLst xmlns:a="http://schemas.openxmlformats.org/drawingml/2006/main">
              <a:ext uri="{FF2B5EF4-FFF2-40B4-BE49-F238E27FC236}">
                <a16:creationId xmlns:a16="http://schemas.microsoft.com/office/drawing/2014/main" id="{4CB0BB4B-52EF-4E6B-B039-279D82C3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request ≠ outcome</a:t>
            </a:r>
          </a:p>
        </p:txBody>
      </p:sp>
      <p:sp>
        <p:nvSpPr>
          <p:cNvPr id="5" name="close-stat-2">
            <a:extLst xmlns:a="http://schemas.openxmlformats.org/drawingml/2006/main">
              <a:ext uri="{FF2B5EF4-FFF2-40B4-BE49-F238E27FC236}">
                <a16:creationId xmlns:a16="http://schemas.microsoft.com/office/drawing/2014/main" id="{918D516B-2A76-4FF3-9E71-4CF2C620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2286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6" name="close-stat-label-2">
            <a:extLst xmlns:a="http://schemas.openxmlformats.org/drawingml/2006/main">
              <a:ext uri="{FF2B5EF4-FFF2-40B4-BE49-F238E27FC236}">
                <a16:creationId xmlns:a16="http://schemas.microsoft.com/office/drawing/2014/main" id="{D3A15CFD-00FA-4E8B-AAA8-C710A63A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1490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Python owns terminal state</a:t>
            </a:r>
          </a:p>
        </p:txBody>
      </p:sp>
      <p:sp>
        <p:nvSpPr>
          <p:cNvPr id="7" name="close-stat-3">
            <a:extLst xmlns:a="http://schemas.openxmlformats.org/drawingml/2006/main">
              <a:ext uri="{FF2B5EF4-FFF2-40B4-BE49-F238E27FC236}">
                <a16:creationId xmlns:a16="http://schemas.microsoft.com/office/drawing/2014/main" id="{3E20C2F8-3998-4808-96FF-B76F2141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2286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8" name="close-stat-label-3">
            <a:extLst xmlns:a="http://schemas.openxmlformats.org/drawingml/2006/main">
              <a:ext uri="{FF2B5EF4-FFF2-40B4-BE49-F238E27FC236}">
                <a16:creationId xmlns:a16="http://schemas.microsoft.com/office/drawing/2014/main" id="{5FB6C509-E065-4A65-991B-0EF3752D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14900"/>
            <a:ext cx="2286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exactly one winner</a:t>
            </a:r>
          </a:p>
        </p:txBody>
      </p:sp>
      <p:sp>
        <p:nvSpPr>
          <p:cNvPr id="9" name="close-next">
            <a:extLst xmlns:a="http://schemas.openxmlformats.org/drawingml/2006/main">
              <a:ext uri="{FF2B5EF4-FFF2-40B4-BE49-F238E27FC236}">
                <a16:creationId xmlns:a16="http://schemas.microsoft.com/office/drawing/2014/main" id="{8AB52F2D-A590-4F70-A15A-60AB8AEE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86200"/>
            <a:ext cx="28003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next-kicker">
            <a:extLst xmlns:a="http://schemas.openxmlformats.org/drawingml/2006/main">
              <a:ext uri="{FF2B5EF4-FFF2-40B4-BE49-F238E27FC236}">
                <a16:creationId xmlns:a16="http://schemas.microsoft.com/office/drawing/2014/main" id="{7A6EF7BB-56C5-4730-91F6-7AE09B44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52900"/>
            <a:ext cx="2266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EBFF"/>
                </a:solidFill>
                <a:latin typeface="Helvetica Neue"/>
                <a:ea typeface="Helvetica Neue"/>
                <a:cs typeface="Helvetica Neue"/>
              </a:defRPr>
            </a:pPr>
            <a:r>
              <a:t>NEXT UNIT</a:t>
            </a:r>
          </a:p>
        </p:txBody>
      </p:sp>
      <p:sp>
        <p:nvSpPr>
          <p:cNvPr id="11" name="close-next-title">
            <a:extLst xmlns:a="http://schemas.openxmlformats.org/drawingml/2006/main">
              <a:ext uri="{FF2B5EF4-FFF2-40B4-BE49-F238E27FC236}">
                <a16:creationId xmlns:a16="http://schemas.microsoft.com/office/drawing/2014/main" id="{679CC700-86ED-4293-B205-909C6A0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52950"/>
            <a:ext cx="2266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CAH-009</a:t>
            </a:r>
          </a:p>
        </p:txBody>
      </p:sp>
      <p:sp>
        <p:nvSpPr>
          <p:cNvPr id="12" name="close-next-body">
            <a:extLst xmlns:a="http://schemas.openxmlformats.org/drawingml/2006/main">
              <a:ext uri="{FF2B5EF4-FFF2-40B4-BE49-F238E27FC236}">
                <a16:creationId xmlns:a16="http://schemas.microsoft.com/office/drawing/2014/main" id="{362F34BD-15B3-4DE5-A4C3-1AF2BE0D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105400"/>
            <a:ext cx="22669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Document the walking
skeleton end to end</a:t>
            </a:r>
          </a:p>
        </p:txBody>
      </p:sp>
      <p:sp>
        <p:nvSpPr>
          <p:cNvPr id="13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CAF68115-C487-4311-AD05-A501D7E7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781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Press Escape, watch the acknowledgement, then start another task.</a:t>
            </a:r>
          </a:p>
        </p:txBody>
      </p:sp>
    </p:spTree>
    <p:extLst>
      <p:ext uri="{BB962C8B-B14F-4D97-AF65-F5344CB8AC3E}">
        <p14:creationId xmlns:p14="http://schemas.microsoft.com/office/powerpoint/2010/main" val="1256924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2026-07-30T17:21:48.2620000Z</dcterms:created>
  <dcterms:modified xsi:type="dcterms:W3CDTF">2026-07-30T17:21:48.2620000Z</dcterms:modified>
</coreProperties>
</file>