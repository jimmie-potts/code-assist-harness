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5452a0d794021" /><Relationship Type="http://schemas.openxmlformats.org/officeDocument/2006/relationships/extended-properties" Target="/docProps/app.xml" Id="Ra6a2ca5938104778" /><Relationship Type="http://schemas.openxmlformats.org/officeDocument/2006/relationships/officeDocument" Target="/ppt/presentation.xml" Id="Rd665e68356a5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216c9c73344f18"/>
  </p:sldMasterIdLst>
  <p:notesMasterIdLst>
    <p:notesMasterId xmlns:r="http://schemas.openxmlformats.org/officeDocument/2006/relationships" r:id="R95035269386446e2"/>
  </p:notesMasterIdLst>
  <p:sldIdLst>
    <p:sldId xmlns:r="http://schemas.openxmlformats.org/officeDocument/2006/relationships" id="256" r:id="Rad91d38353f74c6c"/>
    <p:sldId xmlns:r="http://schemas.openxmlformats.org/officeDocument/2006/relationships" id="257" r:id="R7698da3b7c084074"/>
    <p:sldId xmlns:r="http://schemas.openxmlformats.org/officeDocument/2006/relationships" id="258" r:id="Raf1f23fd7c7e447f"/>
    <p:sldId xmlns:r="http://schemas.openxmlformats.org/officeDocument/2006/relationships" id="259" r:id="Reb1d22be1333438d"/>
    <p:sldId xmlns:r="http://schemas.openxmlformats.org/officeDocument/2006/relationships" id="260" r:id="R08745565caa545fb"/>
    <p:sldId xmlns:r="http://schemas.openxmlformats.org/officeDocument/2006/relationships" id="261" r:id="R748fbbd446484482"/>
    <p:sldId xmlns:r="http://schemas.openxmlformats.org/officeDocument/2006/relationships" id="262" r:id="Rae94cc33be064384"/>
    <p:sldId xmlns:r="http://schemas.openxmlformats.org/officeDocument/2006/relationships" id="263" r:id="R97802455ff66457a"/>
    <p:sldId xmlns:r="http://schemas.openxmlformats.org/officeDocument/2006/relationships" id="264" r:id="Rbede98db404b45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b86325b0774772" /><Relationship Type="http://schemas.openxmlformats.org/officeDocument/2006/relationships/slideMaster" Target="/ppt/slideMasters/slideMaster1.xml" Id="R21216c9c73344f18" /><Relationship Type="http://schemas.openxmlformats.org/officeDocument/2006/relationships/notesMaster" Target="/ppt/notesMasters/notesMaster1.xml" Id="R95035269386446e2" /><Relationship Type="http://schemas.openxmlformats.org/officeDocument/2006/relationships/presProps" Target="/ppt/presProps.xml" Id="R44505fab254f41ce" /><Relationship Type="http://schemas.openxmlformats.org/officeDocument/2006/relationships/tableStyles" Target="/ppt/tableStyles.xml" Id="R1b58d6daf79348ed" /><Relationship Type="http://schemas.openxmlformats.org/officeDocument/2006/relationships/slide" Target="/ppt/slides/slide1.xml" Id="Rad91d38353f74c6c" /><Relationship Type="http://schemas.openxmlformats.org/officeDocument/2006/relationships/slide" Target="/ppt/slides/slide2.xml" Id="R7698da3b7c084074" /><Relationship Type="http://schemas.openxmlformats.org/officeDocument/2006/relationships/slide" Target="/ppt/slides/slide3.xml" Id="Raf1f23fd7c7e447f" /><Relationship Type="http://schemas.openxmlformats.org/officeDocument/2006/relationships/slide" Target="/ppt/slides/slide4.xml" Id="Reb1d22be1333438d" /><Relationship Type="http://schemas.openxmlformats.org/officeDocument/2006/relationships/slide" Target="/ppt/slides/slide5.xml" Id="R08745565caa545fb" /><Relationship Type="http://schemas.openxmlformats.org/officeDocument/2006/relationships/slide" Target="/ppt/slides/slide6.xml" Id="R748fbbd446484482" /><Relationship Type="http://schemas.openxmlformats.org/officeDocument/2006/relationships/slide" Target="/ppt/slides/slide7.xml" Id="Rae94cc33be064384" /><Relationship Type="http://schemas.openxmlformats.org/officeDocument/2006/relationships/slide" Target="/ppt/slides/slide8.xml" Id="R97802455ff66457a" /><Relationship Type="http://schemas.openxmlformats.org/officeDocument/2006/relationships/slide" Target="/ppt/slides/slide9.xml" Id="Rbede98db404b45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1ed8240ae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2c4896652b4fbb" /><Relationship Type="http://schemas.openxmlformats.org/officeDocument/2006/relationships/notesMaster" Target="/ppt/notesMasters/notesMaster1.xml" Id="R7c6da2e19a5b47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860a421bb4ce5" /><Relationship Type="http://schemas.openxmlformats.org/officeDocument/2006/relationships/notesMaster" Target="/ppt/notesMasters/notesMaster1.xml" Id="R3439ef1647d74b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8a2c807d84cb1" /><Relationship Type="http://schemas.openxmlformats.org/officeDocument/2006/relationships/notesMaster" Target="/ppt/notesMasters/notesMaster1.xml" Id="Rbb86e8223b0a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b5555a51384377" /><Relationship Type="http://schemas.openxmlformats.org/officeDocument/2006/relationships/notesMaster" Target="/ppt/notesMasters/notesMaster1.xml" Id="R88fc4e39c37045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924d38c354d3e" /><Relationship Type="http://schemas.openxmlformats.org/officeDocument/2006/relationships/notesMaster" Target="/ppt/notesMasters/notesMaster1.xml" Id="R30531bc8db4d4d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8ba14a348a4c5b" /><Relationship Type="http://schemas.openxmlformats.org/officeDocument/2006/relationships/notesMaster" Target="/ppt/notesMasters/notesMaster1.xml" Id="Rcbfd853b14c2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b30d7503c94eb6" /><Relationship Type="http://schemas.openxmlformats.org/officeDocument/2006/relationships/notesMaster" Target="/ppt/notesMasters/notesMaster1.xml" Id="R7a8fc6eb095c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7b15cbf22f49f5" /><Relationship Type="http://schemas.openxmlformats.org/officeDocument/2006/relationships/notesMaster" Target="/ppt/notesMasters/notesMaster1.xml" Id="Rf4149e32a1b748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f971904ffd4074" /><Relationship Type="http://schemas.openxmlformats.org/officeDocument/2006/relationships/notesMaster" Target="/ppt/notesMasters/notesMaster1.xml" Id="R4f2ff7155722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user-stories/cah-022-enforce-loop-limits.md</a:t>
            </a:r>
          </a:p>
          <a:p xmlns:a="http://schemas.openxmlformats.org/drawingml/2006/main">
            <a:r>
              <a:t>- docs/lessons/cah-022-loop-limits.md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src/code_assist_harness/loop_limits.py</a:t>
            </a:r>
          </a:p>
          <a:p xmlns:a="http://schemas.openxmlformats.org/drawingml/2006/main">
            <a:r>
              <a:t>- tests/test_loop_limits.py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src/code_assist_harness/loop_limits.py</a:t>
            </a:r>
          </a:p>
          <a:p xmlns:a="http://schemas.openxmlformats.org/drawingml/2006/main">
            <a:r>
              <a:t>- src/code_assist_harness/provider_session.py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docs/adr/0001-own-the-agent-loop.md</a:t>
            </a:r>
          </a:p>
          <a:p xmlns:a="http://schemas.openxmlformats.org/drawingml/2006/main">
            <a:r>
              <a:t>- src/code_assist_harness/provider_session.py</a:t>
            </a:r>
          </a:p>
          <a:p xmlns:a="http://schemas.openxmlformats.org/drawingml/2006/main">
            <a:r>
              <a:t>- src/code_assist_harness/loop_limits.py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user-stories/cah-022-enforce-loop-limits.md</a:t>
            </a:r>
          </a:p>
          <a:p xmlns:a="http://schemas.openxmlformats.org/drawingml/2006/main">
            <a:r>
              <a:t>- src/code_assist_harness/provider_session.py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src/code_assist_harness/provider_session.py</a:t>
            </a:r>
          </a:p>
          <a:p xmlns:a="http://schemas.openxmlformats.org/drawingml/2006/main">
            <a:r>
              <a:t>- tests/test_provider_session.py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src/code_assist_harness/persistence/transcript.py</a:t>
            </a:r>
          </a:p>
          <a:p xmlns:a="http://schemas.openxmlformats.org/drawingml/2006/main">
            <a:r>
              <a:t>- tests/test_transcript.py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tests/test_loop_limits.py</a:t>
            </a:r>
          </a:p>
          <a:p xmlns:a="http://schemas.openxmlformats.org/drawingml/2006/main">
            <a:r>
              <a:t>- tests/test_provider_session.py</a:t>
            </a:r>
          </a:p>
          <a:p xmlns:a="http://schemas.openxmlformats.org/drawingml/2006/main">
            <a:r>
              <a:t>- tests/test_runtime.py</a:t>
            </a:r>
          </a:p>
          <a:p xmlns:a="http://schemas.openxmlformats.org/drawingml/2006/main">
            <a:r>
              <a:t>- tests/test_transcript.py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docs/lessons/cah-022-loop-limits.md</a:t>
            </a:r>
          </a:p>
          <a:p xmlns:a="http://schemas.openxmlformats.org/drawingml/2006/main">
            <a:r>
              <a:t>- user-stories/cah-022-enforce-loop-limits.md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ae88d1842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bca39bb9c7403c" /><Relationship Type="http://schemas.openxmlformats.org/officeDocument/2006/relationships/slideLayout" Target="/ppt/slideLayouts/slideLayout1.xml" Id="Rcc4263cefda1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263cefda1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c44d91ad74f1a" /><Relationship Type="http://schemas.openxmlformats.org/officeDocument/2006/relationships/notesSlide" Target="/ppt/notesSlides/notesSlide1.xml" Id="Rc042e49c3a51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fb7b0f4714634" /><Relationship Type="http://schemas.openxmlformats.org/officeDocument/2006/relationships/notesSlide" Target="/ppt/notesSlides/notesSlide2.xml" Id="R96bf6bfe498747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ebc3ebb334350" /><Relationship Type="http://schemas.openxmlformats.org/officeDocument/2006/relationships/notesSlide" Target="/ppt/notesSlides/notesSlide3.xml" Id="Rc6f02e670cfc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c38d9e2184de5" /><Relationship Type="http://schemas.openxmlformats.org/officeDocument/2006/relationships/notesSlide" Target="/ppt/notesSlides/notesSlide4.xml" Id="Re5d2266a607a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257e9cf4c412d" /><Relationship Type="http://schemas.openxmlformats.org/officeDocument/2006/relationships/notesSlide" Target="/ppt/notesSlides/notesSlide5.xml" Id="R4bd2a5dcdd6a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838804494348" /><Relationship Type="http://schemas.openxmlformats.org/officeDocument/2006/relationships/notesSlide" Target="/ppt/notesSlides/notesSlide6.xml" Id="R138b9de8d79843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2d2aee979404b" /><Relationship Type="http://schemas.openxmlformats.org/officeDocument/2006/relationships/notesSlide" Target="/ppt/notesSlides/notesSlide7.xml" Id="R74d243688800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73a3b545b4de0" /><Relationship Type="http://schemas.openxmlformats.org/officeDocument/2006/relationships/notesSlide" Target="/ppt/notesSlides/notesSlide8.xml" Id="R49f07843a7714b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56a52db874b55" /><Relationship Type="http://schemas.openxmlformats.org/officeDocument/2006/relationships/notesSlide" Target="/ppt/notesSlides/notesSlide9.xml" Id="Rcb47e9e4809144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6F24BAC-0A11-42BF-8633-2191C43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 limits
make one turn safe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B008F16-5E42-42FC-B436-4C44DE63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budgets. One terminal winner. Bounded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9D564EF-CA35-422B-A39A-3CD4742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CAH-022 · LEARNING COMPANION</a:t>
            </a:r>
          </a:p>
        </p:txBody>
      </p:sp>
    </p:spTree>
    <p:extLst>
      <p:ext uri="{BB962C8B-B14F-4D97-AF65-F5344CB8AC3E}">
        <p14:creationId xmlns:p14="http://schemas.microsoft.com/office/powerpoint/2010/main" val="6694685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A290588-186D-4873-9783-CE0DF696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B73732C-86F8-491E-85B9-2D93050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harness owns four hard budgets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928164"/>
              </a:tblGrid>
              <a:tr h="652399">
                <a:tc>
                  <a:txBody>
                    <a:bodyPr/>
                    <a:lstStyle/>
                    <a:p>
                      <a:r>
                        <a:t>TURNS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 turns · default 1 · allowed 1..16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Provider work · default 120 seconds · allowed 1..3600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Assistant output · default 4096 UTF-8 bytes · allowed 1..8192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Observed calls · default 1 · allowed 1..64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VALIDATE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Exact integers only; booleans and clamping are rejected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SESSION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Immutable limits, fresh tracker for every session ID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4305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6475420-E91D-4735-90B5-BB58D9F2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C3709C5-9B71-4732-8C3E-492AF75B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Charge each budget before work crosses its boundary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D5A450E-FE9B-4A4D-93A8-375D332A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· Model turn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Charge immediately before synchronous Provider.start().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395EC58-8B88-4221-8D54-F21C65A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· Provider time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 one absolute monotonic deadline at session allocation.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8CDCBCC-501B-496D-82AE-ADFA78C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· Output bytes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Reserve the complete UTF-8 delta before publication.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64996A7-8AFE-4783-A5D8-B83C3C4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· Tool calls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Count the observation before unsupported-tool handling.</a:t>
            </a:r>
          </a:p>
        </p:txBody>
      </p:sp>
    </p:spTree>
    <p:extLst>
      <p:ext uri="{BB962C8B-B14F-4D97-AF65-F5344CB8AC3E}">
        <p14:creationId xmlns:p14="http://schemas.microsoft.com/office/powerpoint/2010/main" val="373120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D59D01-3496-43DF-A498-C0EF6904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8AA2DA3-2110-4146-A352-A7D57DA7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CAH-022 sits inside the Python harness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7ED53A1-36B7-437E-AD37-9E6F6D2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D0B406B-56FF-4140-B787-173C836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A348D0A-D896-45B9-A0EE-242D17E6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0F8CF11-34F3-4187-AFB3-C146D78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INK TUI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19836CB-D642-45D9-B617-19A1486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PYTHON HARNESS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D219A24-A2A2-4905-A442-CD16722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 PORT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A16F6C3-B512-4CA1-93F4-BB9FC7D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CAH-022 lives here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ProviderSession owns budgets, deadline arbitration, cleanup, and terminal selection.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4952659-773E-4587-8FC6-29B9FF1E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Render events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 terminal input and visible state; make no safety decisions.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3EE2E69-E4A4-4EAF-9FDE-48D577F5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Translate streams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Typed provider observations cross the port; vendor SDK values stay behind adapters.</a:t>
            </a:r>
          </a:p>
        </p:txBody>
      </p:sp>
    </p:spTree>
    <p:extLst>
      <p:ext uri="{BB962C8B-B14F-4D97-AF65-F5344CB8AC3E}">
        <p14:creationId xmlns:p14="http://schemas.microsoft.com/office/powerpoint/2010/main" val="20341643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13D1660-252B-4275-9EBF-983E8079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957AE2F-C987-4908-B39E-5FA3608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Publication stays ordered while cancellation starts on time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8F51F0FE-DE24-4AD3-BF39-2AD3FC06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97FA62C-A3E5-4833-BBB2-F9C0BC9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ADMITTED FIRST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809AB38-729F-4FA0-909E-247C1DA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Finish the admitted transaction.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Then select deadline before another observation.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rollback claim.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A261BBD-E148-49D2-B987-20A0C20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F1BA380-6540-4DF9-8A64-C4BC190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DEADLINE FIRST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A64E418-3F14-46F1-9673-BB5F4CD0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Latch expiry without the publication lock.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provider cancellation immediately.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ready event is never accepted.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C0E650B-9554-49AA-A64D-20CC01F4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delta transaction begins before expiry.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wire write, reducer acceptance, and transcript observer run as one ordered, non-interleaved attempt.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deadline does not promise local sink latency.</a:t>
            </a:r>
          </a:p>
        </p:txBody>
      </p:sp>
    </p:spTree>
    <p:extLst>
      <p:ext uri="{BB962C8B-B14F-4D97-AF65-F5344CB8AC3E}">
        <p14:creationId xmlns:p14="http://schemas.microsoft.com/office/powerpoint/2010/main" val="1629147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67190CC-35E4-4A84-A6C5-4CB902E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D6C9CCB-9B5F-4A95-A5D2-E5519C72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cleanup owner prevents duplicate provider calls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BB69DD8-B081-4D4C-9660-70B1444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554B16E-6C23-428F-A651-C4A9E94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21D0810-177B-4F1C-A4CF-E3E69F8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F44DBB78-1AAF-4F17-ADA1-4245C86F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D06DBAC3-C9C1-4028-9B13-65DD5A85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Get or create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deadline watcher may start the shared cancellation task. The finalizer only joins it.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4F89414-A19D-4DB5-8E46-6AE9296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1B889A0-2A30-47E0-8726-6202816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Race five seconds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Cleanup competes with one fixed, injected monotonic grace. Completed cleanup wins an exact tie.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0CFDB20E-3A28-4B8B-9F1C-B74E73A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F87A93F-1AE9-46BC-A4F3-678AD48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 honestly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 raise or grace expiry, keep the selected outcome and emit payload-free provider_cleanup_failed.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CB48D71-D956-4893-8992-5CC7426A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GRACE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BC1FB5FB-0C3D-46EE-8E06-645133B2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TASK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1B93153-A031-4A7E-9042-120D1933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 EVIDENCE</a:t>
            </a:r>
          </a:p>
        </p:txBody>
      </p:sp>
    </p:spTree>
    <p:extLst>
      <p:ext uri="{BB962C8B-B14F-4D97-AF65-F5344CB8AC3E}">
        <p14:creationId xmlns:p14="http://schemas.microsoft.com/office/powerpoint/2010/main" val="4036177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C78089E-A3F5-4378-BBEA-0C1E2FD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9245EE4-00A4-4041-8346-6A5F03E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Transcript v3 records bounded facts, not provider payloads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412903D-8E9D-439A-A95F-CFD6023B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loop.limits_observed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Exactly once immediately before a healthy provider-backed terminal; replay accepts v1, v2, and v3.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ALLOWED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SEMANTICS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STORED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max_model_turns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config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1..16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hard admission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provider_work_timeout_seconds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config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1..3600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elapsed counter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max_assistant_output_bytes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config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1..8192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UTF-8 bytes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max_observed_tool_calls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config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1..64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model_turns_started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tracker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0..max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admitted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assistant_output_bytes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tracker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0..max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admitted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tool_calls_observed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tracker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0..max+1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rejecting call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exhausted_limit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tracker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enum or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first winner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4182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64EDDC8-A6A4-4E50-AEED-AE558E12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0E27619-4DDE-4224-8091-23361AD8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A12C896-68AC-461C-8258-19A2E49C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7D3D916-075E-44BD-A826-A730F83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56706AC-B946-4053-BDC2-D63C746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tests prove the hard boundaries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EA78850-9AF6-4E81-8E08-0778AF68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budget families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E1652CA-32B9-4F7C-AC3C-4E21C9F1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versions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CD1DF1E-9F44-4969-8568-A60F9D6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terminal winner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E35B504-FB79-4AD7-A92E-56953A06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39E8063-8D60-4940-B9D8-4769BE9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1D0BF2A-51BB-4EEC-BB18-C5A859A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88C9D6E-A8D7-4072-8169-3F9B295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credentials. No network. No wall-clock sleeps.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Injected clocks, absolute-deadline waiters, scripted provider checkpoints, and replay mutations make every important race reproducible.</a:t>
            </a:r>
          </a:p>
        </p:txBody>
      </p:sp>
    </p:spTree>
    <p:extLst>
      <p:ext uri="{BB962C8B-B14F-4D97-AF65-F5344CB8AC3E}">
        <p14:creationId xmlns:p14="http://schemas.microsoft.com/office/powerpoint/2010/main" val="2654925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3753AD8-9645-489D-9D88-89ECC7DE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Reserve first.
Publish once.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27D581D-8A7E-4BB8-BDA2-89448C39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Latch time independently.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 cleanup ownership.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bounded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07830B2-2472-4D04-B678-486471B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IT</a:t>
            </a:r>
          </a:p>
        </p:txBody>
      </p:sp>
    </p:spTree>
    <p:extLst>
      <p:ext uri="{BB962C8B-B14F-4D97-AF65-F5344CB8AC3E}">
        <p14:creationId xmlns:p14="http://schemas.microsoft.com/office/powerpoint/2010/main" val="715092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2026-08-01T04:11:11.3430000Z</dcterms:created>
  <dcterms:modified xsi:type="dcterms:W3CDTF">2026-08-01T04:11:11.3430000Z</dcterms:modified>
</coreProperties>
</file>