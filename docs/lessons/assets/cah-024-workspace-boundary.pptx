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2a845fd1341b3" /><Relationship Type="http://schemas.openxmlformats.org/officeDocument/2006/relationships/extended-properties" Target="/docProps/app.xml" Id="R3e5927f0a1bb4aba" /><Relationship Type="http://schemas.openxmlformats.org/officeDocument/2006/relationships/officeDocument" Target="/ppt/presentation.xml" Id="R311fc4e86d20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d7a64349a4211"/>
  </p:sldMasterIdLst>
  <p:notesMasterIdLst>
    <p:notesMasterId xmlns:r="http://schemas.openxmlformats.org/officeDocument/2006/relationships" r:id="Rbe0b1cf39f674c46"/>
  </p:notesMasterIdLst>
  <p:sldIdLst>
    <p:sldId xmlns:r="http://schemas.openxmlformats.org/officeDocument/2006/relationships" id="256" r:id="Rbcdeaab70e164e90"/>
    <p:sldId xmlns:r="http://schemas.openxmlformats.org/officeDocument/2006/relationships" id="257" r:id="Rda0612bd90224df1"/>
    <p:sldId xmlns:r="http://schemas.openxmlformats.org/officeDocument/2006/relationships" id="258" r:id="R832f7bb4846a404e"/>
    <p:sldId xmlns:r="http://schemas.openxmlformats.org/officeDocument/2006/relationships" id="259" r:id="R8bfc8e8c8bfe4918"/>
    <p:sldId xmlns:r="http://schemas.openxmlformats.org/officeDocument/2006/relationships" id="260" r:id="R0e9d90aafaa04814"/>
    <p:sldId xmlns:r="http://schemas.openxmlformats.org/officeDocument/2006/relationships" id="261" r:id="Rc03fd94a1b744a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861eb0fe8438b" /><Relationship Type="http://schemas.openxmlformats.org/officeDocument/2006/relationships/slideMaster" Target="/ppt/slideMasters/slideMaster1.xml" Id="Ra15d7a64349a4211" /><Relationship Type="http://schemas.openxmlformats.org/officeDocument/2006/relationships/notesMaster" Target="/ppt/notesMasters/notesMaster1.xml" Id="Rbe0b1cf39f674c46" /><Relationship Type="http://schemas.openxmlformats.org/officeDocument/2006/relationships/presProps" Target="/ppt/presProps.xml" Id="R6952c7c4ddac4267" /><Relationship Type="http://schemas.openxmlformats.org/officeDocument/2006/relationships/tableStyles" Target="/ppt/tableStyles.xml" Id="R3b132e11df7d44a2" /><Relationship Type="http://schemas.openxmlformats.org/officeDocument/2006/relationships/slide" Target="/ppt/slides/slide1.xml" Id="Rbcdeaab70e164e90" /><Relationship Type="http://schemas.openxmlformats.org/officeDocument/2006/relationships/slide" Target="/ppt/slides/slide2.xml" Id="Rda0612bd90224df1" /><Relationship Type="http://schemas.openxmlformats.org/officeDocument/2006/relationships/slide" Target="/ppt/slides/slide3.xml" Id="R832f7bb4846a404e" /><Relationship Type="http://schemas.openxmlformats.org/officeDocument/2006/relationships/slide" Target="/ppt/slides/slide4.xml" Id="R8bfc8e8c8bfe4918" /><Relationship Type="http://schemas.openxmlformats.org/officeDocument/2006/relationships/slide" Target="/ppt/slides/slide5.xml" Id="R0e9d90aafaa04814" /><Relationship Type="http://schemas.openxmlformats.org/officeDocument/2006/relationships/slide" Target="/ppt/slides/slide6.xml" Id="Rc03fd94a1b74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3237ab1fd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c9c053cee461d" /><Relationship Type="http://schemas.openxmlformats.org/officeDocument/2006/relationships/notesMaster" Target="/ppt/notesMasters/notesMaster1.xml" Id="Rbe52deb87f33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a84b6636f43d6" /><Relationship Type="http://schemas.openxmlformats.org/officeDocument/2006/relationships/notesMaster" Target="/ppt/notesMasters/notesMaster1.xml" Id="Rffcf02e52ba243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72918f1dd40ce" /><Relationship Type="http://schemas.openxmlformats.org/officeDocument/2006/relationships/notesMaster" Target="/ppt/notesMasters/notesMaster1.xml" Id="Rfad87342a0ab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e8d9f30aef4eaf" /><Relationship Type="http://schemas.openxmlformats.org/officeDocument/2006/relationships/notesMaster" Target="/ppt/notesMasters/notesMaster1.xml" Id="R86e25ec875c54c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3cd13f82a4412" /><Relationship Type="http://schemas.openxmlformats.org/officeDocument/2006/relationships/notesMaster" Target="/ppt/notesMasters/notesMaster1.xml" Id="Rc9d680f9e2d8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64385dfb344e7" /><Relationship Type="http://schemas.openxmlformats.org/officeDocument/2006/relationships/notesMaster" Target="/ppt/notesMasters/notesMaster1.xml" Id="Rece9e86b152a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CAH-024 is a planned path-policy seam. It does not claim repository reads are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user-stories/cah-024-establish-workspace-boundary.md</a:t>
            </a:r>
          </a:p>
          <a:p xmlns:a="http://schemas.openxmlformats.org/drawingml/2006/main">
            <a:r>
              <a:t>- docs/context-engineering.md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TUI selects one canonical root, but the highlighted Python boundary owns every later model-facing path decision. Native tools and the filesystem are future consumers; the provider and agent loop do not change in this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docs/adr/0002-ink-python-process-boundary.md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docs/context-engineering.md</a:t>
            </a:r>
          </a:p>
          <a:p xmlns:a="http://schemas.openxmlformats.org/drawingml/2006/main">
            <a:r>
              <a:t>- docs/safety-model.md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two identities: the harness may use a canonical absolute Path internally, but provenance exposes only the canonical workspace-relative target. Internal symlinks are allowed after containment; escape links fail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user-stories/cah-024-establish-workspace-boundary.md</a:t>
            </a:r>
          </a:p>
          <a:p xmlns:a="http://schemas.openxmlformats.org/drawingml/2006/main">
            <a:r>
              <a:t>- docs/context-engineering.md</a:t>
            </a:r>
          </a:p>
          <a:p xmlns:a="http://schemas.openxmlformats.org/drawingml/2006/main">
            <a:r>
              <a:t>- docs/safety-model.md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one requested path through parsing, strict resolution, containment, and safe reporting. Each failure is deterministic and reads no file content. Missing paths stay out because CAH-024 serves existing read targets; create/edit destination policy is later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user-stories/cah-024-establish-workspace-boundary.md</a:t>
            </a:r>
          </a:p>
          <a:p xmlns:a="http://schemas.openxmlformats.org/drawingml/2006/main">
            <a:r>
              <a:t>- docs/safety-model.md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locks the deliberate race guarantee. CAH-024 provides a path-policy snapshot and detects a stale root identity, but it is not a descriptor-owning read. Future tools must re-resolve immediately before access and may adopt descriptor-relative operations when the threat model justifies their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user-stories/notes/2026-08-02-cah-024-workspace-boundary-planning.md</a:t>
            </a:r>
          </a:p>
          <a:p xmlns:a="http://schemas.openxmlformats.org/drawingml/2006/main">
            <a:r>
              <a:t>- docs/safety-model.md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the learner to redraw slide 2 and assign each boundary to one owner. The figures are planned contract facts, not observed implementation metrics: one reusable Python boundary, zero content bytes read, and five stable error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user-stories/cah-024-establish-workspace-boundary.md</a:t>
            </a:r>
          </a:p>
          <a:p xmlns:a="http://schemas.openxmlformats.org/drawingml/2006/main">
            <a:r>
              <a:t>- docs/lessons/cah-024-workspace-boundary.md</a:t>
            </a:r>
          </a:p>
          <a:p xmlns:a="http://schemas.openxmlformats.org/drawingml/2006/main">
            <a:r>
              <a:t>- tests/test_repository_policy.py</a:t>
            </a:r>
          </a:p>
          <a:p xmlns:a="http://schemas.openxmlformats.org/drawingml/2006/main">
            <a:r>
              <a:t>- scripts/check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38193e64d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a10b6840944896" /><Relationship Type="http://schemas.openxmlformats.org/officeDocument/2006/relationships/slideLayout" Target="/ppt/slideLayouts/slideLayout1.xml" Id="R4de34db9ccba46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34db9ccba46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cb475db7403c" /><Relationship Type="http://schemas.openxmlformats.org/officeDocument/2006/relationships/notesSlide" Target="/ppt/notesSlides/notesSlide1.xml" Id="Rfafd7dc2e24a44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275f355034fed" /><Relationship Type="http://schemas.openxmlformats.org/officeDocument/2006/relationships/notesSlide" Target="/ppt/notesSlides/notesSlide2.xml" Id="R7666c5253514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1654706f74d16" /><Relationship Type="http://schemas.openxmlformats.org/officeDocument/2006/relationships/notesSlide" Target="/ppt/notesSlides/notesSlide3.xml" Id="Rf77fc5716188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d171c90324a2a" /><Relationship Type="http://schemas.openxmlformats.org/officeDocument/2006/relationships/notesSlide" Target="/ppt/notesSlides/notesSlide4.xml" Id="R04180ca14ffa47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69f5ebd1f4b89" /><Relationship Type="http://schemas.openxmlformats.org/officeDocument/2006/relationships/notesSlide" Target="/ppt/notesSlides/notesSlide5.xml" Id="Rfb4102ed1281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aa75b527b4e1d" /><Relationship Type="http://schemas.openxmlformats.org/officeDocument/2006/relationships/notesSlide" Target="/ppt/notesSlides/notesSlide6.xml" Id="R407eee1f823d47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A10D9-EEAF-4672-9FAA-98475918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CAH-024 · PLANNED WORKSPACE BOUNDARY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4F3D3C-F819-4E3C-91E4-A925F6E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572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repository path</a:t>
            </a:r>
          </a:p>
          <a:p xmlns:a="http://schemas.openxmlformats.org/drawingml/2006/main">
            <a:pPr algn="l"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enters through one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61CBC-C65E-4246-B8C9-7F3D4AB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4366C-2727-4BC8-A9A1-E625BAD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Plan path policy before any read tool can touch the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4C9A9-CC62-48F9-8CCA-4BDBDC9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SYSTEM DESIGN · HARNESS SAFETY · PROVENANCE</a:t>
            </a:r>
          </a:p>
        </p:txBody>
      </p:sp>
    </p:spTree>
    <p:extLst>
      <p:ext uri="{BB962C8B-B14F-4D97-AF65-F5344CB8AC3E}">
        <p14:creationId xmlns:p14="http://schemas.microsoft.com/office/powerpoint/2010/main" val="628749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DF36409-1990-4B26-A76A-1F8586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CAH-024 owns path identity—not file access</a:t>
            </a:r>
          </a:p>
        </p:txBody>
      </p:sp>
      <p:sp>
        <p:nvSpPr>
          <p:cNvPr id="2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942404E5-763D-4768-8429-3CB70FF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boundary-TUI">
            <a:extLst xmlns:a="http://schemas.openxmlformats.org/drawingml/2006/main">
              <a:ext uri="{FF2B5EF4-FFF2-40B4-BE49-F238E27FC236}">
                <a16:creationId xmlns:a16="http://schemas.microsoft.com/office/drawing/2014/main" id="{274F9F26-66E3-48FE-B194-C8729B2D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428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4E2D-83A5-4DF4-A0ED-A8D9745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TUI</a:t>
            </a:r>
          </a:p>
        </p:txBody>
      </p:sp>
      <p:sp>
        <p:nvSpPr>
          <p:cNvPr id="5" name="boundary-PYTHON HARNESS">
            <a:extLst xmlns:a="http://schemas.openxmlformats.org/drawingml/2006/main">
              <a:ext uri="{FF2B5EF4-FFF2-40B4-BE49-F238E27FC236}">
                <a16:creationId xmlns:a16="http://schemas.microsoft.com/office/drawing/2014/main" id="{43EA91B7-00E7-4B11-B795-11356CC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95400"/>
            <a:ext cx="5048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2DA41-4ECE-4682-8BED-77B040B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097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PYTHON HARNESS</a:t>
            </a:r>
          </a:p>
        </p:txBody>
      </p:sp>
      <p:sp>
        <p:nvSpPr>
          <p:cNvPr id="7" name="boundary-PROVIDER BOUNDARY">
            <a:extLst xmlns:a="http://schemas.openxmlformats.org/drawingml/2006/main">
              <a:ext uri="{FF2B5EF4-FFF2-40B4-BE49-F238E27FC236}">
                <a16:creationId xmlns:a16="http://schemas.microsoft.com/office/drawing/2014/main" id="{D36BC6E6-D34B-4FA8-865C-A722DF2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BA2A-87DD-41DF-9D72-873E61A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TOOL BOUNDARY</a:t>
            </a:r>
          </a:p>
        </p:txBody>
      </p:sp>
      <p:sp>
        <p:nvSpPr>
          <p:cNvPr id="9" name="boundary-EXTERNAL">
            <a:extLst xmlns:a="http://schemas.openxmlformats.org/drawingml/2006/main">
              <a:ext uri="{FF2B5EF4-FFF2-40B4-BE49-F238E27FC236}">
                <a16:creationId xmlns:a16="http://schemas.microsoft.com/office/drawing/2014/main" id="{20F2DAA4-438F-4A41-B051-C09523C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95400"/>
            <a:ext cx="13716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9066D-6CD6-42D6-90DA-614419F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4097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FILESYSTEM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6D84E-13FF-4EE6-8246-C44A0A3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38425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01648-0E2B-4723-83F2-3CE6CE7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4FFDF-5EFA-47E1-9B71-DEAB122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6390B-BE08-4009-BCB0-2F23950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DC248-68D5-40CE-AC27-D25F532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38425"/>
            <a:ext cx="981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BB7E7-C5C8-4072-A178-79DA7E83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17145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UI args">
            <a:extLst xmlns:a="http://schemas.openxmlformats.org/drawingml/2006/main">
              <a:ext uri="{FF2B5EF4-FFF2-40B4-BE49-F238E27FC236}">
                <a16:creationId xmlns:a16="http://schemas.microsoft.com/office/drawing/2014/main" id="{1B15ED46-1E37-41F4-9FAB-33793B2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4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AB07-7DDD-4E5F-9D0E-A0C91F4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288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arg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284D5-3E37-486A-B029-4489CC8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launch dir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or CLI flag</a:t>
            </a:r>
          </a:p>
        </p:txBody>
      </p:sp>
      <p:sp>
        <p:nvSpPr>
          <p:cNvPr id="20" name="node-Config gate">
            <a:extLst xmlns:a="http://schemas.openxmlformats.org/drawingml/2006/main">
              <a:ext uri="{FF2B5EF4-FFF2-40B4-BE49-F238E27FC236}">
                <a16:creationId xmlns:a16="http://schemas.microsoft.com/office/drawing/2014/main" id="{B284CCA2-5443-42CC-8B10-D1FDA28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133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46361-9238-4A35-96B8-B96F6D3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288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root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11F31-48E4-4DC8-8E09-6FA13131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canonical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existing tree</a:t>
            </a:r>
          </a:p>
        </p:txBody>
      </p:sp>
      <p:sp>
        <p:nvSpPr>
          <p:cNvPr id="23" name="node-CAH-021 + 022">
            <a:extLst xmlns:a="http://schemas.openxmlformats.org/drawingml/2006/main">
              <a:ext uri="{FF2B5EF4-FFF2-40B4-BE49-F238E27FC236}">
                <a16:creationId xmlns:a16="http://schemas.microsoft.com/office/drawing/2014/main" id="{46CD1090-C329-438D-AD97-4F1E2AA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72DEE-1FE7-4DAE-AFFA-F765154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CAH-024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D9D10-8AB9-46E3-861D-87D4C85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relative request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→ canonical ID</a:t>
            </a:r>
          </a:p>
        </p:txBody>
      </p:sp>
      <p:sp>
        <p:nvSpPr>
          <p:cNvPr id="26" name="node-Port">
            <a:extLst xmlns:a="http://schemas.openxmlformats.org/drawingml/2006/main">
              <a:ext uri="{FF2B5EF4-FFF2-40B4-BE49-F238E27FC236}">
                <a16:creationId xmlns:a16="http://schemas.microsoft.com/office/drawing/2014/main" id="{58F3489C-A517-443D-9558-2FBA10F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904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020FA-9C9C-4D70-BD24-FE89A4D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67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C2D1D-E37C-46CA-A110-D1DAF6D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67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contained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or fixed error</a:t>
            </a:r>
          </a:p>
        </p:txBody>
      </p:sp>
      <p:sp>
        <p:nvSpPr>
          <p:cNvPr id="29" name="node-CAH-023 adapter">
            <a:extLst xmlns:a="http://schemas.openxmlformats.org/drawingml/2006/main">
              <a:ext uri="{FF2B5EF4-FFF2-40B4-BE49-F238E27FC236}">
                <a16:creationId xmlns:a16="http://schemas.microsoft.com/office/drawing/2014/main" id="{37C72FED-8983-47ED-8EFC-D8093CF2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4DCFB-5021-47D2-AF1F-B1267C5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Future native reads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9EA3B-81AD-48B8-813A-B2DC312B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list · read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search · stat</a:t>
            </a:r>
          </a:p>
        </p:txBody>
      </p:sp>
      <p:sp>
        <p:nvSpPr>
          <p:cNvPr id="32" name="node-Responses">
            <a:extLst xmlns:a="http://schemas.openxmlformats.org/drawingml/2006/main">
              <a:ext uri="{FF2B5EF4-FFF2-40B4-BE49-F238E27FC236}">
                <a16:creationId xmlns:a16="http://schemas.microsoft.com/office/drawing/2014/main" id="{79796605-84F5-45CC-8559-9031D558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1219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B2198-3D05-4795-9C85-48B8C0B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2885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Workspace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A49B2-2249-450A-894B-43C2003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2415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files + symlinks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11E73-F535-4B79-815A-F0A8112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63097-25C4-463E-83B1-B5EF33D4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672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PROVENANCE / TEST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1BEE9-48F7-41F9-A16A-4B8FADE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5529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canonical relative path · failure 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E77A1F-4D18-4311-AF47-B302571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4BB13-9396-40D3-A2F3-F239E17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719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NATIVE TOOLS REMAIN PLANNED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99E99B-42BC-4472-9252-EF650AE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PROVIDER BOUNDARY · unchanged; AGENT LOOP · unchanged.</a:t>
            </a:r>
          </a:p>
        </p:txBody>
      </p:sp>
    </p:spTree>
    <p:extLst>
      <p:ext uri="{BB962C8B-B14F-4D97-AF65-F5344CB8AC3E}">
        <p14:creationId xmlns:p14="http://schemas.microsoft.com/office/powerpoint/2010/main" val="1649411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5F0686A-F938-4D34-8D1B-4F15E0B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boundary returns one identity—or one safe failure</a:t>
            </a:r>
          </a:p>
        </p:txBody>
      </p:sp>
      <p:sp>
        <p:nvSpPr>
          <p:cNvPr id="2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45B1B6E9-AD20-4AE8-A614-B964711C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BC62-D0C2-423B-A2D7-23CCDBF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EA2E9-72B6-48C0-9B68-D9BB2DD2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42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6E0B1-3210-49FD-A66E-B0A09D6D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42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95D35-643A-4BB9-97BA-A8BFC28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16A3-A486-496E-8FAD-A88C069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5143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Exactly one relative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 single dot names the workspace root.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Reject empty, NUL, absolute, or any parent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Read no content; mutate nothing.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57DB-D898-4D8D-835E-332763A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Resolution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55447-F5C9-4606-8E79-64A9D89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5143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Resolve the existing target and symlinks.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Allow only a canonical target under the root.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Report an internal alias as its canonical relative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Recheck root identity; return a fixed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4F69-3B59-4347-AC8D-D9C12FB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5910C-FEF1-4A55-B8EE-923DF45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rule: model paths are relative; absolute host paths never become evidence.</a:t>
            </a:r>
          </a:p>
        </p:txBody>
      </p:sp>
    </p:spTree>
    <p:extLst>
      <p:ext uri="{BB962C8B-B14F-4D97-AF65-F5344CB8AC3E}">
        <p14:creationId xmlns:p14="http://schemas.microsoft.com/office/powerpoint/2010/main" val="1862081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6BFB55A-498B-4C0F-9171-B603971C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Containment is a short, fail-closed pipeline</a:t>
            </a:r>
          </a:p>
        </p:txBody>
      </p:sp>
      <p:sp>
        <p:nvSpPr>
          <p:cNvPr id="2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01A86E93-8140-4ACF-AADD-9B1C712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17AB-1F70-4269-B73E-8DBAC1DC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F4AE-F10C-4852-BA10-DB717A5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C9BBA-43B1-4647-979E-CAC39A3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D8410-AD7B-4D5F-8270-E5F54E3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F7D90-E82D-430E-9319-B717263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01 · PARSE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5462F-504F-4E20-91E6-4ACADCE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relative path → segments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D9FA-5021-43F2-8604-A32EC5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Reject empty, NUL, absolute,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or parent traversal.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987DB-1578-46E4-AC37-B0E33D7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02 · RESOLVE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25167-E358-4968-989E-9B154F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+ path → real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863DC-1E34-4507-8FD6-865E635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Resolve the existing target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and every symlink.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C94A1-7A05-4413-91C4-456492C0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· 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1CDE1-CE5C-419E-B3DF-A3A5CDF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inside → identity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outside → fixed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06EFA-8270-402F-8E78-78CFAF5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Only a canonical relative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path crosses.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F3047-4289-43FB-8FF4-ED3AD0D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C1C70-6E20-49B4-9350-3D2B560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Missing target · dangling link · symlink loop · stale root · escape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8487E-A7CB-4B0D-95B8-4D15219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81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WorkspacePathError</a:t>
            </a:r>
          </a:p>
          <a:p xmlns:a="http://schemas.openxmlformats.org/drawingml/2006/main">
            <a:pPr algn="r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(no host path)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BC4C1-6B6E-4D59-86F0-1AD14FD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CAH-024 opens no file content.</a:t>
            </a:r>
          </a:p>
        </p:txBody>
      </p:sp>
    </p:spTree>
    <p:extLst>
      <p:ext uri="{BB962C8B-B14F-4D97-AF65-F5344CB8AC3E}">
        <p14:creationId xmlns:p14="http://schemas.microsoft.com/office/powerpoint/2010/main" val="1691804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6FD6526-AD23-4A93-806B-FC87966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Snapshot containment is useful—but it is not a lock</a:t>
            </a:r>
          </a:p>
        </p:txBody>
      </p:sp>
      <p:sp>
        <p:nvSpPr>
          <p:cNvPr id="2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D02A6234-8786-4A3F-AA60-0168560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9B5EB-71BD-44D9-8141-CA17871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CAH-024 decides path identity at one instant. Another same-user process can change a symlink or directory after that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3C606-6FCF-49B5-B605-084E04C1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F4F7-0806-4DE1-8A57-F7AA1766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Future read tools must resolve again immediately before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7BC36-198B-49C0-AB85-6997F33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9746-BE32-4F39-B633-6918584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CAH-024 owns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BF710-DBD9-437C-9DF6-12EAE8A9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1. Canonical root +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2. Relative path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3. Contained target + safe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ACFD-A556-4C7E-AD9B-52CAC69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D09E2-9AF0-45C3-93DE-688E6324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Future reads 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3D45C-11F2-48D8-9903-5B01C93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1. Execution-time re-resolution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2. Bounded open / read /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3. Race hardening where practical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FAE9-CD65-4684-AF1B-C9D32AB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62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invariant: an earlier WorkspacePath is never permanent authority to access a file.</a:t>
            </a:r>
          </a:p>
        </p:txBody>
      </p:sp>
    </p:spTree>
    <p:extLst>
      <p:ext uri="{BB962C8B-B14F-4D97-AF65-F5344CB8AC3E}">
        <p14:creationId xmlns:p14="http://schemas.microsoft.com/office/powerpoint/2010/main" val="1575769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BBAACF0-E796-4419-B41F-CAB0BCE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should prove the boundary—not file reading</a:t>
            </a:r>
          </a:p>
        </p:txBody>
      </p:sp>
      <p:sp>
        <p:nvSpPr>
          <p:cNvPr id="2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9386381F-A329-40FD-9377-394D8C1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B06B6-FC81-49F6-B65B-A090C5CC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TEACH-BACK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25912-2EF3-4966-A661-5CDDA7C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who owns root selection, path containment, repository reads, provider input, and transcript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FABAA-4EF2-4F4A-9F8D-DEA860E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EB75-E6BC-49AE-9477-4C232A8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1F9A0-67D9-4843-A0A5-48936A9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11CEA-FD6F-4F61-B503-587C0CA3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One top-level module serves every future filesystem consumer.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4F33-5DA5-4599-9918-6F654DC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73CB0-6B11-4507-A468-EAA8697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45E68-F363-4B46-877F-AE5686C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 bytes 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05F80-1D29-4071-A89A-C1FC2CD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CAH-024 proves path identity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5E0CC-1027-4086-AE73-BEB4AE9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01A09-9320-4F6C-8FFD-CE02E47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29F8C-BE72-4DF9-97B3-F849157A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 error 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FA0CA-6E9D-4ED7-97F8-A6EF6620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No absolute root or target leaks.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017A7-742E-43A3-930F-BBBE56E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a test reads file content, it belongs to the next story.</a:t>
            </a:r>
          </a:p>
        </p:txBody>
      </p:sp>
    </p:spTree>
    <p:extLst>
      <p:ext uri="{BB962C8B-B14F-4D97-AF65-F5344CB8AC3E}">
        <p14:creationId xmlns:p14="http://schemas.microsoft.com/office/powerpoint/2010/main" val="314706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2026-08-02T23:24:51.5530000Z</dcterms:created>
  <dcterms:modified xsi:type="dcterms:W3CDTF">2026-08-02T23:24:51.5530000Z</dcterms:modified>
</coreProperties>
</file>